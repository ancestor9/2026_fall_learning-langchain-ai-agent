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1136" r:id="rId3"/>
    <p:sldId id="1140" r:id="rId4"/>
    <p:sldId id="1137" r:id="rId5"/>
    <p:sldId id="1142" r:id="rId6"/>
    <p:sldId id="1141" r:id="rId7"/>
    <p:sldId id="1144" r:id="rId8"/>
    <p:sldId id="1145" r:id="rId9"/>
    <p:sldId id="1138" r:id="rId10"/>
    <p:sldId id="1143" r:id="rId11"/>
    <p:sldId id="1139" r:id="rId1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40"/>
            <p14:sldId id="1137"/>
            <p14:sldId id="1142"/>
            <p14:sldId id="1141"/>
            <p14:sldId id="1144"/>
            <p14:sldId id="1145"/>
            <p14:sldId id="1138"/>
            <p14:sldId id="1143"/>
            <p14:sldId id="1139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2026-07-31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2026-07-31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2026-07-31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2026-07-31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desktop/setup/install/windows-install/" TargetMode="External"/><Relationship Id="rId2" Type="http://schemas.openxmlformats.org/officeDocument/2006/relationships/hyperlink" Target="https://learn.microsoft.com/ko-kr/windows/wsl/instal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DhuaKAW819s&amp;list=PLhqjU9f_F2T8yuYZxVYzaUq3xKJa6JPvb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desktop/setup/install/windows-install/" TargetMode="External"/><Relationship Id="rId2" Type="http://schemas.openxmlformats.org/officeDocument/2006/relationships/hyperlink" Target="https://learn.microsoft.com/ko-kr/windows/wsl/instal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DhuaKAW819s&amp;list=PLhqjU9f_F2T8yuYZxVYzaUq3xKJa6JPvb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youtube.com/watch?v=XGmjJUrda2g&amp;t=121s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P9CLEicF1s&amp;list=PLkt-u2nHD3yPD2ZkJuxozyUEnBpLoCrOe&amp;index=4&amp;t=474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aS--Zs5ILA&amp;t=813s" TargetMode="External"/><Relationship Id="rId2" Type="http://schemas.openxmlformats.org/officeDocument/2006/relationships/hyperlink" Target="https://www.youtube.com/watch?v=3eDguAZOFsA&amp;t=40s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kKkQCnqWbaU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Workflow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30ED4-574C-DB1B-8F04-3DED9F5D3882}"/>
              </a:ext>
            </a:extLst>
          </p:cNvPr>
          <p:cNvSpPr txBox="1"/>
          <p:nvPr/>
        </p:nvSpPr>
        <p:spPr>
          <a:xfrm>
            <a:off x="673101" y="1380184"/>
            <a:ext cx="84486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n8n </a:t>
            </a:r>
            <a:r>
              <a:rPr lang="en-US" altLang="ko-KR" dirty="0" err="1"/>
              <a:t>Facilatator</a:t>
            </a:r>
            <a:r>
              <a:rPr lang="en-US" altLang="ko-KR" dirty="0"/>
              <a:t> </a:t>
            </a:r>
            <a:r>
              <a:rPr lang="ko-KR" altLang="en-US" dirty="0"/>
              <a:t>길라잡이</a:t>
            </a:r>
            <a:br>
              <a:rPr lang="ko-KR" altLang="en-US" dirty="0"/>
            </a:br>
            <a:r>
              <a:rPr lang="en-US" altLang="ko-KR" dirty="0">
                <a:hlinkClick r:id="rId2"/>
              </a:rPr>
              <a:t>WSL</a:t>
            </a:r>
            <a:r>
              <a:rPr lang="ko-KR" altLang="en-US" dirty="0"/>
              <a:t> 설치하고 </a:t>
            </a:r>
            <a:r>
              <a:rPr lang="en-US" altLang="ko-KR" dirty="0" err="1"/>
              <a:t>Ubutu</a:t>
            </a:r>
            <a:r>
              <a:rPr lang="en-US" altLang="ko-KR" dirty="0"/>
              <a:t> </a:t>
            </a:r>
            <a:r>
              <a:rPr lang="ko-KR" altLang="en-US" dirty="0"/>
              <a:t>올리시고</a:t>
            </a: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hlinkClick r:id="rId3"/>
              </a:rPr>
              <a:t>docker </a:t>
            </a:r>
            <a:r>
              <a:rPr lang="en-US" altLang="ko-KR" dirty="0" err="1">
                <a:hlinkClick r:id="rId3"/>
              </a:rPr>
              <a:t>desltop</a:t>
            </a:r>
            <a:r>
              <a:rPr lang="ko-KR" altLang="en-US" dirty="0"/>
              <a:t> 으로 </a:t>
            </a:r>
            <a:r>
              <a:rPr lang="en-US" altLang="ko-KR" dirty="0"/>
              <a:t>Docker </a:t>
            </a:r>
            <a:r>
              <a:rPr lang="ko-KR" altLang="en-US" dirty="0"/>
              <a:t>묻고</a:t>
            </a: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hlinkClick r:id="rId4"/>
              </a:rPr>
              <a:t>자동화 </a:t>
            </a:r>
            <a:r>
              <a:rPr lang="ko-KR" altLang="en-US" dirty="0" err="1">
                <a:hlinkClick r:id="rId4"/>
              </a:rPr>
              <a:t>끝판왕</a:t>
            </a:r>
            <a:r>
              <a:rPr lang="ko-KR" altLang="en-US" dirty="0">
                <a:hlinkClick r:id="rId4"/>
              </a:rPr>
              <a:t> </a:t>
            </a:r>
            <a:r>
              <a:rPr lang="en-US" altLang="ko-KR" dirty="0">
                <a:hlinkClick r:id="rId4"/>
              </a:rPr>
              <a:t>n8n, </a:t>
            </a:r>
            <a:r>
              <a:rPr lang="ko-KR" altLang="en-US" dirty="0">
                <a:hlinkClick r:id="rId4"/>
              </a:rPr>
              <a:t>이렇게 설치하면 평생 무료입니다</a:t>
            </a:r>
            <a:r>
              <a:rPr lang="en-US" altLang="ko-KR" dirty="0">
                <a:hlinkClick r:id="rId4"/>
              </a:rPr>
              <a:t>! (</a:t>
            </a:r>
            <a:r>
              <a:rPr lang="ko-KR" altLang="en-US" dirty="0" err="1">
                <a:hlinkClick r:id="rId4"/>
              </a:rPr>
              <a:t>웹훅</a:t>
            </a:r>
            <a:r>
              <a:rPr lang="ko-KR" altLang="en-US" dirty="0">
                <a:hlinkClick r:id="rId4"/>
              </a:rPr>
              <a:t> 설정</a:t>
            </a:r>
            <a:r>
              <a:rPr lang="en-US" altLang="ko-KR" dirty="0">
                <a:hlinkClick r:id="rId4"/>
              </a:rPr>
              <a:t>, </a:t>
            </a:r>
            <a:r>
              <a:rPr lang="ko-KR" altLang="en-US" dirty="0">
                <a:hlinkClick r:id="rId4"/>
              </a:rPr>
              <a:t>버전 업데이트 포함</a:t>
            </a:r>
            <a:r>
              <a:rPr lang="en-US" altLang="ko-KR" dirty="0">
                <a:hlinkClick r:id="rId4"/>
              </a:rPr>
              <a:t>)</a:t>
            </a:r>
            <a:r>
              <a:rPr lang="ko-KR" altLang="en-US" dirty="0"/>
              <a:t> 보시고 따라해서 </a:t>
            </a:r>
            <a:r>
              <a:rPr lang="en-US" altLang="ko-KR" dirty="0"/>
              <a:t>n8n </a:t>
            </a:r>
            <a:r>
              <a:rPr lang="ko-KR" altLang="en-US" dirty="0"/>
              <a:t>로컬에 설치하시고</a:t>
            </a: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관련 동영상보고 실습을 위해 동영상 화면</a:t>
            </a:r>
            <a:r>
              <a:rPr lang="en-US" altLang="ko-KR" dirty="0"/>
              <a:t>(workflow</a:t>
            </a:r>
            <a:r>
              <a:rPr lang="ko-KR" altLang="en-US" dirty="0"/>
              <a:t>가 있는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ko-KR" altLang="en-US" dirty="0" err="1"/>
              <a:t>캡쳐해서</a:t>
            </a:r>
            <a:r>
              <a:rPr lang="ko-KR" altLang="en-US" dirty="0"/>
              <a:t> </a:t>
            </a: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Geminin</a:t>
            </a:r>
            <a:r>
              <a:rPr lang="ko-KR" altLang="en-US" dirty="0"/>
              <a:t>에게 </a:t>
            </a:r>
            <a:r>
              <a:rPr lang="en-US" altLang="ko-KR" dirty="0"/>
              <a:t>n8n </a:t>
            </a:r>
            <a:r>
              <a:rPr lang="ko-KR" altLang="en-US" dirty="0"/>
              <a:t>코드 만들어 달라고 하고</a:t>
            </a:r>
            <a:r>
              <a:rPr lang="en-US" altLang="ko-KR" dirty="0"/>
              <a:t>(</a:t>
            </a:r>
            <a:r>
              <a:rPr lang="ko-KR" altLang="en-US" dirty="0"/>
              <a:t>별첨 </a:t>
            </a:r>
            <a:r>
              <a:rPr lang="en-US" altLang="ko-KR" dirty="0"/>
              <a:t>1)</a:t>
            </a:r>
            <a:br>
              <a:rPr lang="en-US" altLang="ko-KR" dirty="0"/>
            </a:br>
            <a:endParaRPr lang="en-US" altLang="ko-KR" dirty="0"/>
          </a:p>
          <a:p>
            <a:pPr>
              <a:buNone/>
            </a:pPr>
            <a:br>
              <a:rPr lang="en-US" altLang="ko-KR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33D7-230B-7262-0D6B-DD52F849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8AF520-0DFF-212F-678C-B48B24C3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7AFAEEC-02D8-B680-3598-E4264BEDB88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Image, Containers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F8BE7D-3D5F-F2E4-F535-6C096BC84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76" y="1556845"/>
            <a:ext cx="8885400" cy="4479416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B7D4EC5D-FCFC-CAEE-A7AD-BAEC6925DEFD}"/>
              </a:ext>
            </a:extLst>
          </p:cNvPr>
          <p:cNvSpPr txBox="1">
            <a:spLocks/>
          </p:cNvSpPr>
          <p:nvPr/>
        </p:nvSpPr>
        <p:spPr>
          <a:xfrm>
            <a:off x="6894510" y="327233"/>
            <a:ext cx="3619501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1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Image, Containers</a:t>
            </a:r>
            <a:endParaRPr lang="ko-KR" altLang="en-US" sz="1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15D0765-4BF9-5FA8-6FC7-85816E598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577" y="1995056"/>
            <a:ext cx="3303423" cy="1115442"/>
          </a:xfrm>
          <a:prstGeom prst="rect">
            <a:avLst/>
          </a:prstGeom>
        </p:spPr>
      </p:pic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B9D8F572-9FA6-1A4B-8C25-A20942234B54}"/>
              </a:ext>
            </a:extLst>
          </p:cNvPr>
          <p:cNvSpPr/>
          <p:nvPr/>
        </p:nvSpPr>
        <p:spPr>
          <a:xfrm>
            <a:off x="8315325" y="2076450"/>
            <a:ext cx="2352675" cy="365125"/>
          </a:xfrm>
          <a:prstGeom prst="borderCallout2">
            <a:avLst>
              <a:gd name="adj1" fmla="val 18750"/>
              <a:gd name="adj2" fmla="val -8333"/>
              <a:gd name="adj3" fmla="val 57880"/>
              <a:gd name="adj4" fmla="val -64845"/>
              <a:gd name="adj5" fmla="val 162065"/>
              <a:gd name="adj6" fmla="val -119946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391B9DFC-1BBB-4F64-37DA-71F133B443E9}"/>
              </a:ext>
            </a:extLst>
          </p:cNvPr>
          <p:cNvSpPr/>
          <p:nvPr/>
        </p:nvSpPr>
        <p:spPr>
          <a:xfrm>
            <a:off x="6485731" y="3873792"/>
            <a:ext cx="2352675" cy="365125"/>
          </a:xfrm>
          <a:prstGeom prst="borderCallout2">
            <a:avLst>
              <a:gd name="adj1" fmla="val 18750"/>
              <a:gd name="adj2" fmla="val -8333"/>
              <a:gd name="adj3" fmla="val -41250"/>
              <a:gd name="adj4" fmla="val -68488"/>
              <a:gd name="adj5" fmla="val -302283"/>
              <a:gd name="adj6" fmla="val -9970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277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1801-38E9-1C82-2118-6D801067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EBE383-5F3B-1B62-8A0E-1EA54A3F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D27D49A-48A1-ABDE-6217-723B707453A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Local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Server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ED8AC-21BD-6160-8144-D8DAB7FB4395}"/>
              </a:ext>
            </a:extLst>
          </p:cNvPr>
          <p:cNvSpPr txBox="1"/>
          <p:nvPr/>
        </p:nvSpPr>
        <p:spPr>
          <a:xfrm>
            <a:off x="663576" y="1789759"/>
            <a:ext cx="10680699" cy="284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설치 방법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WSL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설치하고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Ubutu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올리시고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docker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desltop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묻고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자동화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끝판왕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n8n,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이렇게 설치하면 평생 무료입니다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! 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웹훅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설정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버전 업데이트 포함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보시고 따라해서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로컬에 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7506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BD86-BE7B-EA6F-92A5-E2F7C6372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369070-810A-A7D7-C5EE-C321F70E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5C890AB-8690-1021-0C11-E9769F652BA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466EB-649F-F0D7-0FA4-0F449D35B335}"/>
              </a:ext>
            </a:extLst>
          </p:cNvPr>
          <p:cNvSpPr txBox="1"/>
          <p:nvPr/>
        </p:nvSpPr>
        <p:spPr>
          <a:xfrm>
            <a:off x="744020" y="2061712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n8n Trigger Node</a:t>
            </a:r>
            <a:r>
              <a:rPr lang="ko-KR" altLang="en-US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ko-KR" altLang="en-US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49C36F-C55F-D8C6-1863-2EB9F32B7D5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0996946-3682-469A-8D17-CA53CED17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978" y="1658966"/>
            <a:ext cx="5105597" cy="4401969"/>
          </a:xfrm>
          <a:prstGeom prst="rect">
            <a:avLst/>
          </a:prstGeom>
        </p:spPr>
      </p:pic>
      <p:sp>
        <p:nvSpPr>
          <p:cNvPr id="5" name="화살표: 줄무늬가 있는 오른쪽 4">
            <a:extLst>
              <a:ext uri="{FF2B5EF4-FFF2-40B4-BE49-F238E27FC236}">
                <a16:creationId xmlns:a16="http://schemas.microsoft.com/office/drawing/2014/main" id="{CDD27087-AA50-A7AB-C9C8-F5757B05327E}"/>
              </a:ext>
            </a:extLst>
          </p:cNvPr>
          <p:cNvSpPr/>
          <p:nvPr/>
        </p:nvSpPr>
        <p:spPr>
          <a:xfrm>
            <a:off x="10706100" y="3324225"/>
            <a:ext cx="952500" cy="96202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032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0DF43-542E-B713-600D-EE938B1E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B9282F-E781-E4C3-5753-DDF07802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0D94A06-FB59-FE80-BF1B-B4F7DC36BF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D7252-EC8F-96CC-36F1-EFB4AA57C38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3C54AF-190A-2766-E598-7AE58B51C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686" y="2708539"/>
            <a:ext cx="9770711" cy="2996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5AF853-4AB5-964A-95DF-9A4AE932FF33}"/>
              </a:ext>
            </a:extLst>
          </p:cNvPr>
          <p:cNvSpPr txBox="1"/>
          <p:nvPr/>
        </p:nvSpPr>
        <p:spPr>
          <a:xfrm>
            <a:off x="475645" y="1418176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n8n Action Node </a:t>
            </a:r>
            <a:r>
              <a:rPr lang="ko-KR" altLang="en-US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ko-KR" altLang="en-US" dirty="0">
              <a:solidFill>
                <a:srgbClr val="0563C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화살표: 줄무늬가 있는 오른쪽 11">
            <a:extLst>
              <a:ext uri="{FF2B5EF4-FFF2-40B4-BE49-F238E27FC236}">
                <a16:creationId xmlns:a16="http://schemas.microsoft.com/office/drawing/2014/main" id="{E1249FF2-179E-1E91-6030-F4BADC574A96}"/>
              </a:ext>
            </a:extLst>
          </p:cNvPr>
          <p:cNvSpPr/>
          <p:nvPr/>
        </p:nvSpPr>
        <p:spPr>
          <a:xfrm>
            <a:off x="498142" y="3613666"/>
            <a:ext cx="952500" cy="96202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23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EA6DC-7AD1-A11C-7700-7106DCD1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1FD36A-3A9F-1F2D-FC71-809C6A13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B3301EA-E0D6-FABD-9A4A-C14F3FA402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Homework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2F66EF-8EF4-7B39-893B-8B641041582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400C220-995E-801F-9295-A72052146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95" y="2516363"/>
            <a:ext cx="7318240" cy="36463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CAC736-EE8B-1E71-9E07-5E7D5B0EEC4B}"/>
              </a:ext>
            </a:extLst>
          </p:cNvPr>
          <p:cNvSpPr txBox="1"/>
          <p:nvPr/>
        </p:nvSpPr>
        <p:spPr>
          <a:xfrm>
            <a:off x="542320" y="1248422"/>
            <a:ext cx="10916255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과제를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깃허브의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파이썬코드로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upload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하면 구글시트에 이름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(name)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github_url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입력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학생들의 코드를 몇 가지 기준에 따라 점수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(grade)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평가내용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(comments)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자동입력</a:t>
            </a:r>
          </a:p>
        </p:txBody>
      </p:sp>
    </p:spTree>
    <p:extLst>
      <p:ext uri="{BB962C8B-B14F-4D97-AF65-F5344CB8AC3E}">
        <p14:creationId xmlns:p14="http://schemas.microsoft.com/office/powerpoint/2010/main" val="2300754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824F6-E5EB-EF43-685C-2DDB88C3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EC48A8-371D-CC01-0334-1A056DD8A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25962D8-E163-A2E1-AA4F-0380E0BF809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Homework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9BDF9-74B9-B0E3-5E88-CCFABA2E20B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8B5EEFA-6922-97B2-24CE-991B6A74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80" y="2044210"/>
            <a:ext cx="10849040" cy="331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74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F34D7-3C96-6A8C-1F23-24373A19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FF113-047A-7626-5701-FFB70860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EAD5ABA-B1EE-AE18-52A7-D72CEB07C16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LLM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EFB21-72BA-1B62-A292-BC6F2B1B35ED}"/>
              </a:ext>
            </a:extLst>
          </p:cNvPr>
          <p:cNvSpPr txBox="1"/>
          <p:nvPr/>
        </p:nvSpPr>
        <p:spPr>
          <a:xfrm>
            <a:off x="582095" y="2684810"/>
            <a:ext cx="11066980" cy="334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LLM(Gemini,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Chatgpt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Claude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원하는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정의하여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코드로 생성하라고 한 후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유튜브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동영상의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화면캡쳐하여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생성 요청한 후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desktop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context7 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연결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AI "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딸깍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"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으로 만드는 슈퍼자동화 시나리오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! </a:t>
            </a:r>
            <a:r>
              <a:rPr lang="ko-KR" altLang="en-US" sz="14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클로드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4+MCP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가 미쳤습니다</a:t>
            </a:r>
            <a:endParaRPr lang="en-US" altLang="ko-KR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n8n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노가다 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클로드로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 워크플로우 자동 생성하는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'8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단계 프롬프트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+ MCP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세팅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'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성공률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Antigravity  context7 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연결하는 것도 귀찮다면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,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Antigravity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Workflow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직접 만들기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~~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이걸로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"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자동화의 판도가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구글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안티그래비티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)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0D5E0-C6FF-6BBF-600F-FAA66AF19197}"/>
              </a:ext>
            </a:extLst>
          </p:cNvPr>
          <p:cNvSpPr txBox="1"/>
          <p:nvPr/>
        </p:nvSpPr>
        <p:spPr>
          <a:xfrm>
            <a:off x="582095" y="1400175"/>
            <a:ext cx="1114318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코드를 부탁해서 복사하고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붙여넣기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 serve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를 붙여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코드를 부탁하면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으로 소통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947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E7401-AD49-931E-5629-866E258F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2E6590-F5A2-3419-2996-7FAFE33D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1DF8B59-661E-605A-CFC9-9B1A7684FE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LLM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5F3050-E51F-C7FB-58C2-E1F5336796F0}"/>
              </a:ext>
            </a:extLst>
          </p:cNvPr>
          <p:cNvSpPr txBox="1"/>
          <p:nvPr/>
        </p:nvSpPr>
        <p:spPr>
          <a:xfrm>
            <a:off x="524410" y="1281868"/>
            <a:ext cx="11143180" cy="2533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코드를 요청해서 복사하고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붙여넣기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 serve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를 붙여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코드를 요청하고 나의 로컬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직접 작동시키기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으로 소통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VS Code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cline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Local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URL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주소와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API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키를 복사하기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MCP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서버 연결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/>
              <a:t>cline_mcp_settings.json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Prompt :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10C70F6-E1E3-8AB0-49C2-177A8137D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241" y="2339439"/>
            <a:ext cx="5208630" cy="36114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E72FFB-4C0B-0F25-E1B2-125863277F75}"/>
              </a:ext>
            </a:extLst>
          </p:cNvPr>
          <p:cNvSpPr txBox="1"/>
          <p:nvPr/>
        </p:nvSpPr>
        <p:spPr>
          <a:xfrm>
            <a:off x="1796026" y="3706146"/>
            <a:ext cx="44904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매일 아침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9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시에 특정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웹훅으로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요청을 보내는 워크플로우를 만들고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생성해 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JSON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워크플로우를 내 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임포트하고 실행해 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0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0780-D962-F205-381A-9EC36E3B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69506E-9BEB-DD86-9FF9-9D81D3E82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C785D48-E001-C56F-D44C-7E2D938F8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035" y="1419811"/>
            <a:ext cx="3965233" cy="4981575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260178FD-69B6-47EA-0380-87D02BE4066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cline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03890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15415</TotalTime>
  <Words>420</Words>
  <Application>Microsoft Office PowerPoint</Application>
  <PresentationFormat>와이드스크린</PresentationFormat>
  <Paragraphs>56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D2Coding</vt:lpstr>
      <vt:lpstr>맑은 고딕</vt:lpstr>
      <vt:lpstr>Batang</vt:lpstr>
      <vt:lpstr>Arial</vt:lpstr>
      <vt:lpstr>Wingdings</vt:lpstr>
      <vt:lpstr>WelcomeDoc</vt:lpstr>
      <vt:lpstr>n8n AI Workflow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214</cp:revision>
  <dcterms:created xsi:type="dcterms:W3CDTF">2026-04-06T01:00:39Z</dcterms:created>
  <dcterms:modified xsi:type="dcterms:W3CDTF">2026-07-31T08:50:48Z</dcterms:modified>
  <cp:version/>
</cp:coreProperties>
</file>