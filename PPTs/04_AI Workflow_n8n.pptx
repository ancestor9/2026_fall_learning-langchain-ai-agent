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handoutMasterIdLst>
    <p:handoutMasterId r:id="rId38"/>
  </p:handoutMasterIdLst>
  <p:sldIdLst>
    <p:sldId id="256" r:id="rId2"/>
    <p:sldId id="1136" r:id="rId3"/>
    <p:sldId id="1140" r:id="rId4"/>
    <p:sldId id="1137" r:id="rId5"/>
    <p:sldId id="1224" r:id="rId6"/>
    <p:sldId id="1153" r:id="rId7"/>
    <p:sldId id="1230" r:id="rId8"/>
    <p:sldId id="1142" r:id="rId9"/>
    <p:sldId id="1141" r:id="rId10"/>
    <p:sldId id="1228" r:id="rId11"/>
    <p:sldId id="1229" r:id="rId12"/>
    <p:sldId id="1232" r:id="rId13"/>
    <p:sldId id="1233" r:id="rId14"/>
    <p:sldId id="1234" r:id="rId15"/>
    <p:sldId id="1235" r:id="rId16"/>
    <p:sldId id="1239" r:id="rId17"/>
    <p:sldId id="1236" r:id="rId18"/>
    <p:sldId id="1237" r:id="rId19"/>
    <p:sldId id="1238" r:id="rId20"/>
    <p:sldId id="1231" r:id="rId21"/>
    <p:sldId id="1144" r:id="rId22"/>
    <p:sldId id="1241" r:id="rId23"/>
    <p:sldId id="1242" r:id="rId24"/>
    <p:sldId id="1246" r:id="rId25"/>
    <p:sldId id="1243" r:id="rId26"/>
    <p:sldId id="1244" r:id="rId27"/>
    <p:sldId id="1245" r:id="rId28"/>
    <p:sldId id="1247" r:id="rId29"/>
    <p:sldId id="1248" r:id="rId30"/>
    <p:sldId id="1249" r:id="rId31"/>
    <p:sldId id="1240" r:id="rId32"/>
    <p:sldId id="1145" r:id="rId33"/>
    <p:sldId id="1138" r:id="rId34"/>
    <p:sldId id="1143" r:id="rId35"/>
    <p:sldId id="1139" r:id="rId3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37"/>
            <p14:sldId id="1224"/>
            <p14:sldId id="1153"/>
            <p14:sldId id="1230"/>
            <p14:sldId id="1142"/>
            <p14:sldId id="1141"/>
            <p14:sldId id="1228"/>
            <p14:sldId id="1229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31"/>
            <p14:sldId id="1144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40"/>
            <p14:sldId id="1145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1082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C30ED4-574C-DB1B-8F04-3DED9F5D3882}"/>
              </a:ext>
            </a:extLst>
          </p:cNvPr>
          <p:cNvSpPr txBox="1"/>
          <p:nvPr/>
        </p:nvSpPr>
        <p:spPr>
          <a:xfrm>
            <a:off x="673101" y="1380184"/>
            <a:ext cx="844867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n8n </a:t>
            </a:r>
            <a:r>
              <a:rPr lang="en-US" altLang="ko-KR" dirty="0" err="1"/>
              <a:t>Facilatator</a:t>
            </a:r>
            <a:r>
              <a:rPr lang="en-US" altLang="ko-KR" dirty="0"/>
              <a:t> </a:t>
            </a:r>
            <a:r>
              <a:rPr lang="ko-KR" altLang="en-US" dirty="0"/>
              <a:t>길라잡이</a:t>
            </a:r>
            <a:br>
              <a:rPr lang="ko-KR" altLang="en-US" dirty="0"/>
            </a:br>
            <a:r>
              <a:rPr lang="en-US" altLang="ko-KR" dirty="0">
                <a:hlinkClick r:id="rId2"/>
              </a:rPr>
              <a:t>WSL</a:t>
            </a:r>
            <a:r>
              <a:rPr lang="ko-KR" altLang="en-US" dirty="0"/>
              <a:t> 설치하고 </a:t>
            </a:r>
            <a:r>
              <a:rPr lang="en-US" altLang="ko-KR" dirty="0" err="1"/>
              <a:t>Ubutu</a:t>
            </a:r>
            <a:r>
              <a:rPr lang="en-US" altLang="ko-KR" dirty="0"/>
              <a:t> </a:t>
            </a:r>
            <a:r>
              <a:rPr lang="ko-KR" altLang="en-US" dirty="0"/>
              <a:t>올리시고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hlinkClick r:id="rId3"/>
              </a:rPr>
              <a:t>docker </a:t>
            </a:r>
            <a:r>
              <a:rPr lang="en-US" altLang="ko-KR" dirty="0" err="1">
                <a:hlinkClick r:id="rId3"/>
              </a:rPr>
              <a:t>desltop</a:t>
            </a:r>
            <a:r>
              <a:rPr lang="ko-KR" altLang="en-US" dirty="0"/>
              <a:t> 으로 </a:t>
            </a:r>
            <a:r>
              <a:rPr lang="en-US" altLang="ko-KR" dirty="0"/>
              <a:t>Docker </a:t>
            </a:r>
            <a:r>
              <a:rPr lang="ko-KR" altLang="en-US" dirty="0"/>
              <a:t>묻고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>
                <a:hlinkClick r:id="rId4"/>
              </a:rPr>
              <a:t>자동화 </a:t>
            </a:r>
            <a:r>
              <a:rPr lang="ko-KR" altLang="en-US" dirty="0" err="1">
                <a:hlinkClick r:id="rId4"/>
              </a:rPr>
              <a:t>끝판왕</a:t>
            </a:r>
            <a:r>
              <a:rPr lang="ko-KR" altLang="en-US" dirty="0">
                <a:hlinkClick r:id="rId4"/>
              </a:rPr>
              <a:t> </a:t>
            </a:r>
            <a:r>
              <a:rPr lang="en-US" altLang="ko-KR" dirty="0">
                <a:hlinkClick r:id="rId4"/>
              </a:rPr>
              <a:t>n8n, </a:t>
            </a:r>
            <a:r>
              <a:rPr lang="ko-KR" altLang="en-US" dirty="0">
                <a:hlinkClick r:id="rId4"/>
              </a:rPr>
              <a:t>이렇게 설치하면 평생 무료입니다</a:t>
            </a:r>
            <a:r>
              <a:rPr lang="en-US" altLang="ko-KR" dirty="0">
                <a:hlinkClick r:id="rId4"/>
              </a:rPr>
              <a:t>! (</a:t>
            </a:r>
            <a:r>
              <a:rPr lang="ko-KR" altLang="en-US" dirty="0" err="1">
                <a:hlinkClick r:id="rId4"/>
              </a:rPr>
              <a:t>웹훅</a:t>
            </a:r>
            <a:r>
              <a:rPr lang="ko-KR" altLang="en-US" dirty="0">
                <a:hlinkClick r:id="rId4"/>
              </a:rPr>
              <a:t> 설정</a:t>
            </a:r>
            <a:r>
              <a:rPr lang="en-US" altLang="ko-KR" dirty="0">
                <a:hlinkClick r:id="rId4"/>
              </a:rPr>
              <a:t>, </a:t>
            </a:r>
            <a:r>
              <a:rPr lang="ko-KR" altLang="en-US" dirty="0">
                <a:hlinkClick r:id="rId4"/>
              </a:rPr>
              <a:t>버전 업데이트 포함</a:t>
            </a:r>
            <a:r>
              <a:rPr lang="en-US" altLang="ko-KR" dirty="0">
                <a:hlinkClick r:id="rId4"/>
              </a:rPr>
              <a:t>)</a:t>
            </a:r>
            <a:r>
              <a:rPr lang="ko-KR" altLang="en-US" dirty="0"/>
              <a:t> 보시고 따라해서 </a:t>
            </a:r>
            <a:r>
              <a:rPr lang="en-US" altLang="ko-KR" dirty="0"/>
              <a:t>n8n </a:t>
            </a:r>
            <a:r>
              <a:rPr lang="ko-KR" altLang="en-US" dirty="0"/>
              <a:t>로컬에 설치하시고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관련 동영상보고 실습을 위해 동영상 화면</a:t>
            </a:r>
            <a:r>
              <a:rPr lang="en-US" altLang="ko-KR" dirty="0"/>
              <a:t>(workflow</a:t>
            </a:r>
            <a:r>
              <a:rPr lang="ko-KR" altLang="en-US" dirty="0"/>
              <a:t>가 있는</a:t>
            </a:r>
            <a:r>
              <a:rPr lang="en-US" altLang="ko-KR" dirty="0"/>
              <a:t>)</a:t>
            </a:r>
            <a:r>
              <a:rPr lang="ko-KR" altLang="en-US" dirty="0"/>
              <a:t>을 </a:t>
            </a:r>
            <a:r>
              <a:rPr lang="ko-KR" altLang="en-US" dirty="0" err="1"/>
              <a:t>캡쳐해서</a:t>
            </a:r>
            <a:r>
              <a:rPr lang="ko-KR" altLang="en-US" dirty="0"/>
              <a:t> 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Geminin</a:t>
            </a:r>
            <a:r>
              <a:rPr lang="ko-KR" altLang="en-US" dirty="0"/>
              <a:t>에게 </a:t>
            </a:r>
            <a:r>
              <a:rPr lang="en-US" altLang="ko-KR" dirty="0"/>
              <a:t>n8n </a:t>
            </a:r>
            <a:r>
              <a:rPr lang="ko-KR" altLang="en-US" dirty="0"/>
              <a:t>코드 만들어 달라고 하고</a:t>
            </a:r>
            <a:r>
              <a:rPr lang="en-US" altLang="ko-KR" dirty="0"/>
              <a:t>(</a:t>
            </a:r>
            <a:r>
              <a:rPr lang="ko-KR" altLang="en-US" dirty="0"/>
              <a:t>별첨 </a:t>
            </a:r>
            <a:r>
              <a:rPr lang="en-US" altLang="ko-KR" dirty="0"/>
              <a:t>1)</a:t>
            </a:r>
            <a:br>
              <a:rPr lang="en-US" altLang="ko-KR" dirty="0"/>
            </a:br>
            <a:endParaRPr lang="en-US" altLang="ko-KR" dirty="0"/>
          </a:p>
          <a:p>
            <a:pPr>
              <a:buNone/>
            </a:pPr>
            <a:br>
              <a:rPr lang="en-US" altLang="ko-KR" dirty="0"/>
            </a:b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8AF520-0DFF-212F-678C-B48B24C30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1F8BE7D-3D5F-F2E4-F535-6C096BC84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B7D4EC5D-FCFC-CAEE-A7AD-BAEC6925DEFD}"/>
              </a:ext>
            </a:extLst>
          </p:cNvPr>
          <p:cNvSpPr txBox="1">
            <a:spLocks/>
          </p:cNvSpPr>
          <p:nvPr/>
        </p:nvSpPr>
        <p:spPr>
          <a:xfrm>
            <a:off x="6894510" y="327233"/>
            <a:ext cx="3619501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1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B9D8F572-9FA6-1A4B-8C25-A20942234B54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391B9DFC-1BBB-4F64-37DA-71F133B443E9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EBE383-5F3B-1B62-8A0E-1EA54A3F7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663576" y="1789759"/>
            <a:ext cx="10680699" cy="28467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D60E6B-F2EC-3E3D-8197-E2F168C36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27901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C3FF6-2F84-C946-93A5-E51AE4A9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EBD1361-E6D8-F37F-7847-3596F9C8C1CB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476719A-2740-60E0-0EE8-A30122FF98CE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81950A9-9B8E-CA1C-5F23-6339A6DBBE98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85A7EF-645D-1462-E30A-334FF6445118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F26E8E8-3AE7-E2B2-8810-782ECCD6FFC8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E6FB3E-90CB-9372-4351-1825A3EF9036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ACD8E9-87A8-78CA-D496-56A7CC739BD2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B4A2D4-5284-212A-27F5-69F48B7D85F6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369070-810A-A7D7-C5EE-C321F70ED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5466EB-649F-F0D7-0FA4-0F449D35B335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49C36F-C55F-D8C6-1863-2EB9F32B7D5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0996946-3682-469A-8D17-CA53CED17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CDD27087-AA50-A7AB-C9C8-F5757B05327E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B9282F-E781-E4C3-5753-DDF078026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686" y="2708539"/>
            <a:ext cx="9770711" cy="29969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E1249FF2-179E-1E91-6030-F4BADC574A96}"/>
              </a:ext>
            </a:extLst>
          </p:cNvPr>
          <p:cNvSpPr/>
          <p:nvPr/>
        </p:nvSpPr>
        <p:spPr>
          <a:xfrm>
            <a:off x="498142" y="3613666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385A8-50F6-51BA-8D1C-11A66B4DF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2965B5-A81A-2008-5062-EB1615BEF7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API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195BCE-20D1-BBC0-F7A6-829398008ADF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256DEA-739D-5B5A-1209-54B0F5E8F1D6}"/>
              </a:ext>
            </a:extLst>
          </p:cNvPr>
          <p:cNvSpPr txBox="1"/>
          <p:nvPr/>
        </p:nvSpPr>
        <p:spPr>
          <a:xfrm>
            <a:off x="3048000" y="3148955"/>
            <a:ext cx="6096000" cy="56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1800" dirty="0"/>
              <a:t>→ Webhooks</a:t>
            </a: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E1567-E565-83D2-55B9-C0AC16CF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58FB2B-9FB4-8243-EA7E-519801251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-1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7A293E56-7678-9DC4-C8B7-0A1EABCC4A95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</p:spTree>
    <p:extLst>
      <p:ext uri="{BB962C8B-B14F-4D97-AF65-F5344CB8AC3E}">
        <p14:creationId xmlns:p14="http://schemas.microsoft.com/office/powerpoint/2010/main" val="1901961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97D773-8A93-CD5B-3653-C36BA2992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3901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The building block (atom) of n8n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3 categories of nodes:</a:t>
            </a:r>
            <a:r>
              <a:rPr lang="en-US" altLang="ko-KR" sz="2400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Entry point : </a:t>
            </a:r>
            <a:r>
              <a:rPr lang="ko-KR" altLang="en-US" sz="2000" dirty="0"/>
              <a:t>워크플로우 실행을 시작시키는 트리거 노드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Function : </a:t>
            </a:r>
            <a:r>
              <a:rPr lang="ko-KR" altLang="en-US" sz="2000" dirty="0"/>
              <a:t>전달받은 데이터를 가공하고 제어하는 중간 처리 노드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Exit point : </a:t>
            </a:r>
            <a:r>
              <a:rPr lang="ko-KR" altLang="en-US" sz="2000" dirty="0"/>
              <a:t>처리 완료된 데이터를 가지고 최종 결과를 만들어내는 액션 노드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Different types of nodes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Triggers, Actions in app, Data transformation, Flow, Files, and Advanced.</a:t>
            </a: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AD8483-31A6-B916-4F43-BF76E5177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E3520C-CAED-3E97-804E-9D1E0C8C1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Execute the node (Play)</a:t>
            </a: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Additional actions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Delete node</a:t>
            </a: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DD92D36-1C24-E290-AB1A-A87FFB0B3C7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Credential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FFC24A4-D63F-2833-1432-DA2AFE3A00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3994683" cy="4807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Accessible from nodes needing to authenticate to services </a:t>
            </a:r>
            <a:r>
              <a:rPr lang="en-US" altLang="ko-KR" sz="1400" dirty="0"/>
              <a:t>(Google, Slack, Notion </a:t>
            </a:r>
            <a:r>
              <a:rPr lang="ko-KR" altLang="en-US" sz="1400" dirty="0"/>
              <a:t>등 외부 서비스 연동이 필요한 모든 노드에서 미리 등록해 둔 계정</a:t>
            </a:r>
            <a:r>
              <a:rPr lang="en-US" altLang="ko-KR" sz="1400" dirty="0"/>
              <a:t>/API </a:t>
            </a:r>
            <a:r>
              <a:rPr lang="ko-KR" altLang="en-US" sz="1400" dirty="0"/>
              <a:t>키를 불러와 재사용</a:t>
            </a:r>
            <a:r>
              <a:rPr lang="en-US" altLang="ko-KR" sz="1400" dirty="0"/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Saved at an instance-level </a:t>
            </a:r>
            <a:r>
              <a:rPr lang="en-US" altLang="ko-KR" sz="1400" dirty="0"/>
              <a:t>(</a:t>
            </a:r>
            <a:r>
              <a:rPr lang="ko-KR" altLang="en-US" sz="1400" dirty="0"/>
              <a:t>인증 정보가 특정 워크플로우 하나에만 얽매이지 않고</a:t>
            </a:r>
            <a:r>
              <a:rPr lang="en-US" altLang="ko-KR" sz="1400" dirty="0"/>
              <a:t>, n8n </a:t>
            </a:r>
            <a:r>
              <a:rPr lang="ko-KR" altLang="en-US" sz="1400" dirty="0"/>
              <a:t>서버</a:t>
            </a:r>
            <a:r>
              <a:rPr lang="en-US" altLang="ko-KR" sz="1400" dirty="0"/>
              <a:t>(</a:t>
            </a:r>
            <a:r>
              <a:rPr lang="ko-KR" altLang="en-US" sz="1400" dirty="0"/>
              <a:t>인스턴스</a:t>
            </a:r>
            <a:r>
              <a:rPr lang="en-US" altLang="ko-KR" sz="1400" dirty="0"/>
              <a:t>) </a:t>
            </a:r>
            <a:r>
              <a:rPr lang="ko-KR" altLang="en-US" sz="1400" dirty="0"/>
              <a:t>전체에 저장</a:t>
            </a:r>
            <a:r>
              <a:rPr lang="en-US" altLang="ko-KR" sz="1400" dirty="0"/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Different sharing options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437" y="1667776"/>
            <a:ext cx="6831096" cy="4237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381B5DE-3942-3D64-FCFC-E0D10CE6C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4261991-91D2-65FF-0407-AD4F8E154F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6153E80-EDF7-CC05-0CBB-728B098EEE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45222F38-D3BC-C153-8CF0-B0648FD4F5BB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091625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1048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8B5EEFA-6922-97B2-24CE-991B6A74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80" y="2044210"/>
            <a:ext cx="10849040" cy="3317945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741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15883</TotalTime>
  <Words>1226</Words>
  <Application>Microsoft Office PowerPoint</Application>
  <PresentationFormat>와이드스크린</PresentationFormat>
  <Paragraphs>257</Paragraphs>
  <Slides>35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6" baseType="lpstr">
      <vt:lpstr>D2Coding</vt:lpstr>
      <vt:lpstr>MS Gothic</vt:lpstr>
      <vt:lpstr>맑은 고딕</vt:lpstr>
      <vt:lpstr>바탕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220</cp:revision>
  <dcterms:created xsi:type="dcterms:W3CDTF">2026-04-06T01:00:39Z</dcterms:created>
  <dcterms:modified xsi:type="dcterms:W3CDTF">2026-08-05T14:38:33Z</dcterms:modified>
  <cp:version/>
</cp:coreProperties>
</file>