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136" r:id="rId3"/>
    <p:sldId id="1140" r:id="rId4"/>
    <p:sldId id="1137" r:id="rId5"/>
    <p:sldId id="1224" r:id="rId6"/>
    <p:sldId id="1153" r:id="rId7"/>
    <p:sldId id="1230" r:id="rId8"/>
    <p:sldId id="1142" r:id="rId9"/>
    <p:sldId id="1141" r:id="rId10"/>
    <p:sldId id="1228" r:id="rId11"/>
    <p:sldId id="1229" r:id="rId12"/>
    <p:sldId id="1232" r:id="rId13"/>
    <p:sldId id="1233" r:id="rId14"/>
    <p:sldId id="1234" r:id="rId15"/>
    <p:sldId id="1235" r:id="rId16"/>
    <p:sldId id="1239" r:id="rId17"/>
    <p:sldId id="1236" r:id="rId18"/>
    <p:sldId id="1237" r:id="rId19"/>
    <p:sldId id="1238" r:id="rId20"/>
    <p:sldId id="1231" r:id="rId21"/>
    <p:sldId id="1144" r:id="rId22"/>
    <p:sldId id="1145" r:id="rId23"/>
    <p:sldId id="1138" r:id="rId24"/>
    <p:sldId id="1143" r:id="rId25"/>
    <p:sldId id="1139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224"/>
            <p14:sldId id="1153"/>
            <p14:sldId id="1230"/>
            <p14:sldId id="1142"/>
            <p14:sldId id="1141"/>
            <p14:sldId id="1228"/>
            <p14:sldId id="1229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145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30ED4-574C-DB1B-8F04-3DED9F5D3882}"/>
              </a:ext>
            </a:extLst>
          </p:cNvPr>
          <p:cNvSpPr txBox="1"/>
          <p:nvPr/>
        </p:nvSpPr>
        <p:spPr>
          <a:xfrm>
            <a:off x="673101" y="1380184"/>
            <a:ext cx="84486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n8n </a:t>
            </a:r>
            <a:r>
              <a:rPr lang="en-US" altLang="ko-KR" dirty="0" err="1"/>
              <a:t>Facilatator</a:t>
            </a:r>
            <a:r>
              <a:rPr lang="en-US" altLang="ko-KR" dirty="0"/>
              <a:t> </a:t>
            </a:r>
            <a:r>
              <a:rPr lang="ko-KR" altLang="en-US" dirty="0"/>
              <a:t>길라잡이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WSL</a:t>
            </a:r>
            <a:r>
              <a:rPr lang="ko-KR" altLang="en-US" dirty="0"/>
              <a:t> 설치하고 </a:t>
            </a:r>
            <a:r>
              <a:rPr lang="en-US" altLang="ko-KR" dirty="0" err="1"/>
              <a:t>Ubutu</a:t>
            </a:r>
            <a:r>
              <a:rPr lang="en-US" altLang="ko-KR" dirty="0"/>
              <a:t> </a:t>
            </a:r>
            <a:r>
              <a:rPr lang="ko-KR" altLang="en-US" dirty="0"/>
              <a:t>올리시고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3"/>
              </a:rPr>
              <a:t>docker </a:t>
            </a:r>
            <a:r>
              <a:rPr lang="en-US" altLang="ko-KR" dirty="0" err="1">
                <a:hlinkClick r:id="rId3"/>
              </a:rPr>
              <a:t>desltop</a:t>
            </a:r>
            <a:r>
              <a:rPr lang="ko-KR" altLang="en-US" dirty="0"/>
              <a:t> 으로 </a:t>
            </a:r>
            <a:r>
              <a:rPr lang="en-US" altLang="ko-KR" dirty="0"/>
              <a:t>Docker </a:t>
            </a:r>
            <a:r>
              <a:rPr lang="ko-KR" altLang="en-US" dirty="0"/>
              <a:t>묻고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hlinkClick r:id="rId4"/>
              </a:rPr>
              <a:t>자동화 </a:t>
            </a:r>
            <a:r>
              <a:rPr lang="ko-KR" altLang="en-US" dirty="0" err="1">
                <a:hlinkClick r:id="rId4"/>
              </a:rPr>
              <a:t>끝판왕</a:t>
            </a:r>
            <a:r>
              <a:rPr lang="ko-KR" altLang="en-US" dirty="0">
                <a:hlinkClick r:id="rId4"/>
              </a:rPr>
              <a:t> </a:t>
            </a:r>
            <a:r>
              <a:rPr lang="en-US" altLang="ko-KR" dirty="0">
                <a:hlinkClick r:id="rId4"/>
              </a:rPr>
              <a:t>n8n, </a:t>
            </a:r>
            <a:r>
              <a:rPr lang="ko-KR" altLang="en-US" dirty="0">
                <a:hlinkClick r:id="rId4"/>
              </a:rPr>
              <a:t>이렇게 설치하면 평생 무료입니다</a:t>
            </a:r>
            <a:r>
              <a:rPr lang="en-US" altLang="ko-KR" dirty="0">
                <a:hlinkClick r:id="rId4"/>
              </a:rPr>
              <a:t>! (</a:t>
            </a:r>
            <a:r>
              <a:rPr lang="ko-KR" altLang="en-US" dirty="0" err="1">
                <a:hlinkClick r:id="rId4"/>
              </a:rPr>
              <a:t>웹훅</a:t>
            </a:r>
            <a:r>
              <a:rPr lang="ko-KR" altLang="en-US" dirty="0">
                <a:hlinkClick r:id="rId4"/>
              </a:rPr>
              <a:t> 설정</a:t>
            </a:r>
            <a:r>
              <a:rPr lang="en-US" altLang="ko-KR" dirty="0">
                <a:hlinkClick r:id="rId4"/>
              </a:rPr>
              <a:t>, </a:t>
            </a:r>
            <a:r>
              <a:rPr lang="ko-KR" altLang="en-US" dirty="0">
                <a:hlinkClick r:id="rId4"/>
              </a:rPr>
              <a:t>버전 업데이트 포함</a:t>
            </a:r>
            <a:r>
              <a:rPr lang="en-US" altLang="ko-KR" dirty="0">
                <a:hlinkClick r:id="rId4"/>
              </a:rPr>
              <a:t>)</a:t>
            </a:r>
            <a:r>
              <a:rPr lang="ko-KR" altLang="en-US" dirty="0"/>
              <a:t> 보시고 따라해서 </a:t>
            </a:r>
            <a:r>
              <a:rPr lang="en-US" altLang="ko-KR" dirty="0"/>
              <a:t>n8n </a:t>
            </a:r>
            <a:r>
              <a:rPr lang="ko-KR" altLang="en-US" dirty="0"/>
              <a:t>로컬에 설치하시고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관련 동영상보고 실습을 위해 동영상 화면</a:t>
            </a:r>
            <a:r>
              <a:rPr lang="en-US" altLang="ko-KR" dirty="0"/>
              <a:t>(workflow</a:t>
            </a:r>
            <a:r>
              <a:rPr lang="ko-KR" altLang="en-US" dirty="0"/>
              <a:t>가 있는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dirty="0" err="1"/>
              <a:t>캡쳐해서</a:t>
            </a:r>
            <a:r>
              <a:rPr lang="ko-KR" altLang="en-US" dirty="0"/>
              <a:t> 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Geminin</a:t>
            </a:r>
            <a:r>
              <a:rPr lang="ko-KR" altLang="en-US" dirty="0"/>
              <a:t>에게 </a:t>
            </a:r>
            <a:r>
              <a:rPr lang="en-US" altLang="ko-KR" dirty="0"/>
              <a:t>n8n </a:t>
            </a:r>
            <a:r>
              <a:rPr lang="ko-KR" altLang="en-US" dirty="0"/>
              <a:t>코드 만들어 달라고 하고</a:t>
            </a:r>
            <a:r>
              <a:rPr lang="en-US" altLang="ko-KR" dirty="0"/>
              <a:t>(</a:t>
            </a:r>
            <a:r>
              <a:rPr lang="ko-KR" altLang="en-US" dirty="0"/>
              <a:t>별첨 </a:t>
            </a:r>
            <a:r>
              <a:rPr lang="en-US" altLang="ko-KR" dirty="0"/>
              <a:t>1)</a:t>
            </a:r>
            <a:br>
              <a:rPr lang="en-US" altLang="ko-KR" dirty="0"/>
            </a:br>
            <a:endParaRPr lang="en-US" altLang="ko-KR" dirty="0"/>
          </a:p>
          <a:p>
            <a:pPr>
              <a:buNone/>
            </a:pPr>
            <a:br>
              <a:rPr lang="en-US" altLang="ko-KR" dirty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663576" y="1789759"/>
            <a:ext cx="10680699" cy="2846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FD36A-3A9F-1F2D-FC71-809C6A13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400C220-995E-801F-9295-A72052146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3CAC736-EE8B-1E71-9E07-5E7D5B0EEC4B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EC48A8-371D-CC01-0334-1A056DD8A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CFF113-047A-7626-5701-FFB70860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2E6590-F5A2-3419-2996-7FAFE33D4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69506E-9BEB-DD86-9FF9-9D81D3E82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035" y="1419811"/>
            <a:ext cx="3965233" cy="4981575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15452</TotalTime>
  <Words>810</Words>
  <Application>Microsoft Office PowerPoint</Application>
  <PresentationFormat>와이드스크린</PresentationFormat>
  <Paragraphs>153</Paragraphs>
  <Slides>25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5" baseType="lpstr">
      <vt:lpstr>D2Coding</vt:lpstr>
      <vt:lpstr>MS Gothic</vt:lpstr>
      <vt:lpstr>맑은 고딕</vt:lpstr>
      <vt:lpstr>바탕</vt:lpstr>
      <vt:lpstr>Arial</vt:lpstr>
      <vt:lpstr>Cambria Math</vt:lpstr>
      <vt:lpstr>Lora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216</cp:revision>
  <dcterms:created xsi:type="dcterms:W3CDTF">2026-04-06T01:00:39Z</dcterms:created>
  <dcterms:modified xsi:type="dcterms:W3CDTF">2026-08-05T07:27:17Z</dcterms:modified>
  <cp:version/>
</cp:coreProperties>
</file>