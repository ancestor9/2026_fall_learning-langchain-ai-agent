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1136" r:id="rId3"/>
    <p:sldId id="1264" r:id="rId4"/>
    <p:sldId id="1263" r:id="rId5"/>
    <p:sldId id="1265" r:id="rId6"/>
    <p:sldId id="1266" r:id="rId7"/>
    <p:sldId id="1268" r:id="rId8"/>
    <p:sldId id="1267" r:id="rId9"/>
    <p:sldId id="1269" r:id="rId10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264"/>
            <p14:sldId id="1263"/>
            <p14:sldId id="1265"/>
            <p14:sldId id="1266"/>
            <p14:sldId id="1268"/>
            <p14:sldId id="1267"/>
            <p14:sldId id="1269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-108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2026-08-17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2026-08-17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2026-08-17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2026-08-17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hackjsp.tistory.com/72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 Deployment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5CA11-BB27-9F61-9705-232FBA299991}"/>
              </a:ext>
            </a:extLst>
          </p:cNvPr>
          <p:cNvSpPr txBox="1"/>
          <p:nvPr/>
        </p:nvSpPr>
        <p:spPr>
          <a:xfrm>
            <a:off x="981074" y="1746840"/>
            <a:ext cx="9848333" cy="336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/GitHub 기본기(계정 생성,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설치, GitHub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Desktop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익혀 코드를 버전 관리하고 원격 저장소에 올리기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CI/CD 개념과 GitHub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Actions를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실습(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Hugging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Face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Spaces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예제)하여, 코드 변경이 자동으로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테스트·배포되는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파이프라인을 구축하기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Docker로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애플리케이션을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컨테이너화하여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배포하는 법을 익혀, 로컬 개발부터 자동화된 배포까지 전체 흐름을 실전으로 완성</a:t>
            </a: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5264-DAF7-E028-936A-3E39FB0A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317C8E-BF00-9996-5D78-F73C973977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AAD77-2BE3-B651-D9E7-0AADA229A2B1}"/>
              </a:ext>
            </a:extLst>
          </p:cNvPr>
          <p:cNvSpPr txBox="1"/>
          <p:nvPr/>
        </p:nvSpPr>
        <p:spPr>
          <a:xfrm>
            <a:off x="903285" y="1619250"/>
            <a:ext cx="10669590" cy="4447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your own GitHub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Install git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Install GitHub Desktop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CI(Continuous Integration)/CD(Continuous Delivery / Deployment)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Vscode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Cline(Option)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Client-Server Architecture (request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&lt;-&gt; response)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GitHub Actions Exercise (python +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Huggingface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sapce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Deployment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7212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D688-81BD-A730-FB4D-15578BA5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8FE2DB-C78A-59C3-AE94-56541135D3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 Actions Exercise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9C719-70DA-E335-6E30-7EA20CACB266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FBACB0A-609D-1358-139D-925052A0D9B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84553-1240-F4AB-5C9A-FF6A74293622}"/>
              </a:ext>
            </a:extLst>
          </p:cNvPr>
          <p:cNvSpPr txBox="1"/>
          <p:nvPr/>
        </p:nvSpPr>
        <p:spPr>
          <a:xfrm>
            <a:off x="591620" y="1248422"/>
            <a:ext cx="11047930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Github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 Actions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기본 사용 방법 및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CI/CD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워크플로우 구성하기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가상환경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(Virtual Environment)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98D85BC-4D9F-B91C-3041-7AA66F21C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195" y="2458880"/>
            <a:ext cx="4056430" cy="3265645"/>
          </a:xfrm>
          <a:prstGeom prst="rect">
            <a:avLst/>
          </a:prstGeom>
        </p:spPr>
      </p:pic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C1D71D42-D86C-CD8D-0A44-CBB293213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83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D8B7A-DB89-FE54-0CAC-B383B9C9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17C9541-25DE-D61B-075D-D5726EE80C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deploy.yml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FAF6E-9718-5E48-D104-52F4CB05D21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EF58C93-CFF4-FCA6-E9D0-DF153293F01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4DB55D-0615-F477-52F2-18CE5A65581B}"/>
              </a:ext>
            </a:extLst>
          </p:cNvPr>
          <p:cNvSpPr txBox="1"/>
          <p:nvPr/>
        </p:nvSpPr>
        <p:spPr>
          <a:xfrm>
            <a:off x="571500" y="1248422"/>
            <a:ext cx="100203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Deploy to Hugging Face Spaces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push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branches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jobs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deploy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runs-on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ubuntu-latest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steps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Checkout repository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actions/checkout@v4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fetch-depth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lfs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Push to Hugging Face Space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env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HF_TOKEN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${{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secrets.HF_TOKEN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}}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|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git config --global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user.email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"actions@github.com"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config --global user.name "GitHub Actions"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remote add space https://user:$HF_TOKEN@huggingface.co/spaces/ancestor9/my-first-gradio-app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push --force space main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1FCC6A42-2846-6649-9444-F49337181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422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40BBE-3BED-8702-F3E1-32B1EF4B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58B3D03-9960-6D7D-8CE3-BAC50D3E217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Readme.md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5D2030-8F27-04B4-FDF0-BCBAF56618A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D283702-3058-8EAB-4AA6-37099308AF6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B97C6-46E6-C890-7A8F-812E312570AA}"/>
              </a:ext>
            </a:extLst>
          </p:cNvPr>
          <p:cNvSpPr txBox="1"/>
          <p:nvPr/>
        </p:nvSpPr>
        <p:spPr>
          <a:xfrm>
            <a:off x="1386423" y="1514207"/>
            <a:ext cx="6462178" cy="462030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My First 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App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emoji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🚀</a:t>
            </a:r>
            <a:endParaRPr lang="ko-KR" altLang="en-US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blue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colorTo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green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sdk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sdk_version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6.21.0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app_file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app.py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pinned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간단한 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인터페이스 예제입니다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3F0788F6-5895-75ED-17B6-3C8A2C2F0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47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3DC86-0CC8-A417-F58C-22184A0B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9EA4143-A38E-0CD8-6467-5120CDAC984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requirements.txt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BD02E-46E6-2C5A-1B01-B09188AFCCA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522C5B0-A438-DC35-9FFE-74C8EABCDBB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C320F-5ABD-04AC-F949-ED05A186ABF8}"/>
              </a:ext>
            </a:extLst>
          </p:cNvPr>
          <p:cNvSpPr txBox="1"/>
          <p:nvPr/>
        </p:nvSpPr>
        <p:spPr>
          <a:xfrm>
            <a:off x="1257300" y="2103198"/>
            <a:ext cx="6096000" cy="2863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6.21.0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래픽 6" descr="수영">
            <a:extLst>
              <a:ext uri="{FF2B5EF4-FFF2-40B4-BE49-F238E27FC236}">
                <a16:creationId xmlns:a16="http://schemas.microsoft.com/office/drawing/2014/main" id="{32BE3742-7138-BA32-BC09-60BCA80E6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21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844CB-6DCE-F00B-D70A-845D2EEF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CEE76A4-13E6-CE66-4BA6-0D232D13D31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Readme.md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7E555-8DEE-B4CC-ABE8-9B64A1FBF39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5B52623-F24E-2E31-29C1-DE65F09A7A9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ECEDC-1BC8-6143-B155-63D4DB892953}"/>
              </a:ext>
            </a:extLst>
          </p:cNvPr>
          <p:cNvSpPr txBox="1"/>
          <p:nvPr/>
        </p:nvSpPr>
        <p:spPr>
          <a:xfrm>
            <a:off x="744020" y="1334482"/>
            <a:ext cx="8668355" cy="526297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gr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spaces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@spaces.GPU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predict(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input_text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GPU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 추론 코드</a:t>
            </a:r>
            <a:endParaRPr lang="ko-KR" altLang="en-US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output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greet(name):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"Hello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{name}!"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demo =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gr.Interface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=greet,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inputs=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gr.Textbox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(label=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"Type your name ...."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outputs=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gr.Textbox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(label=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"greeting !!!"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title=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Demo app"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description=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"A simple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interface example."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__name__ ==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"__main__"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demo.launch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server_name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"0.0.0.0"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server_port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7860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1C32DA7A-F553-08FD-2A13-4CB17DA42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3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B3221-BCC2-E73E-5ECE-FC0D08A2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E98970-B8B2-8158-00D9-5C45631744D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Deployment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UI(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gradio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3A0A8B-DCEE-4734-094C-DBA1FD8F4C8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3848BC8-1ABE-0BD9-D867-BEF02A368B6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77C49C9-1C30-EB3E-F23D-FDA9073C7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929" y="1529510"/>
            <a:ext cx="7521592" cy="4732430"/>
          </a:xfrm>
          <a:prstGeom prst="rect">
            <a:avLst/>
          </a:prstGeom>
        </p:spPr>
      </p:pic>
      <p:pic>
        <p:nvPicPr>
          <p:cNvPr id="4" name="그래픽 3" descr="수영">
            <a:extLst>
              <a:ext uri="{FF2B5EF4-FFF2-40B4-BE49-F238E27FC236}">
                <a16:creationId xmlns:a16="http://schemas.microsoft.com/office/drawing/2014/main" id="{453B4CE4-3E16-22A3-4EC3-2511DC714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83190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18083</TotalTime>
  <Words>461</Words>
  <Application>Microsoft Office PowerPoint</Application>
  <PresentationFormat>와이드스크린</PresentationFormat>
  <Paragraphs>91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D2Coding</vt:lpstr>
      <vt:lpstr>맑은 고딕</vt:lpstr>
      <vt:lpstr>Batang</vt:lpstr>
      <vt:lpstr>Arial</vt:lpstr>
      <vt:lpstr>Segoe UI Emoji</vt:lpstr>
      <vt:lpstr>Wingdings</vt:lpstr>
      <vt:lpstr>WelcomeDoc</vt:lpstr>
      <vt:lpstr>App Deployment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236</cp:revision>
  <dcterms:created xsi:type="dcterms:W3CDTF">2026-04-06T01:00:39Z</dcterms:created>
  <dcterms:modified xsi:type="dcterms:W3CDTF">2026-08-17T22:45:14Z</dcterms:modified>
  <cp:version/>
</cp:coreProperties>
</file>