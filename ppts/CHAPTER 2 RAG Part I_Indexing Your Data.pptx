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256" r:id="rId2"/>
    <p:sldId id="1138" r:id="rId3"/>
    <p:sldId id="1139" r:id="rId4"/>
    <p:sldId id="1155" r:id="rId5"/>
    <p:sldId id="1160" r:id="rId6"/>
    <p:sldId id="1156" r:id="rId7"/>
    <p:sldId id="1158" r:id="rId8"/>
    <p:sldId id="1157" r:id="rId9"/>
    <p:sldId id="1159" r:id="rId10"/>
    <p:sldId id="1140" r:id="rId11"/>
    <p:sldId id="1141" r:id="rId12"/>
    <p:sldId id="1142" r:id="rId13"/>
    <p:sldId id="1143" r:id="rId14"/>
    <p:sldId id="1145" r:id="rId15"/>
    <p:sldId id="1144" r:id="rId16"/>
    <p:sldId id="1146" r:id="rId17"/>
    <p:sldId id="1147" r:id="rId18"/>
    <p:sldId id="1148" r:id="rId19"/>
    <p:sldId id="1149" r:id="rId20"/>
    <p:sldId id="1154" r:id="rId21"/>
    <p:sldId id="1153" r:id="rId22"/>
    <p:sldId id="1150" r:id="rId23"/>
    <p:sldId id="1151" r:id="rId24"/>
    <p:sldId id="1152" r:id="rId2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8"/>
            <p14:sldId id="1139"/>
            <p14:sldId id="1155"/>
            <p14:sldId id="1160"/>
            <p14:sldId id="1156"/>
            <p14:sldId id="1158"/>
            <p14:sldId id="1157"/>
            <p14:sldId id="115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104" y="1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sec.gov/Archives/edgar/data/1318605/000095017023001409/tsla-20221231.htm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hyperlink" Target="https://word2vec.kr/search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581025" y="1314948"/>
            <a:ext cx="10972800" cy="12963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3515916"/>
            <a:ext cx="10972800" cy="120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36BC5A-E305-93C5-7A71-6101DF0E12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 dirty="0"/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782B5BD-50D0-1498-2079-329BC66A8808}"/>
              </a:ext>
            </a:extLst>
          </p:cNvPr>
          <p:cNvSpPr/>
          <p:nvPr/>
        </p:nvSpPr>
        <p:spPr>
          <a:xfrm>
            <a:off x="5054023" y="2739563"/>
            <a:ext cx="714375" cy="705073"/>
          </a:xfrm>
          <a:prstGeom prst="downArrow">
            <a:avLst>
              <a:gd name="adj1" fmla="val 5392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B413-DE57-FE96-7DF4-8AC6171D6CC5}"/>
              </a:ext>
            </a:extLst>
          </p:cNvPr>
          <p:cNvSpPr txBox="1"/>
          <p:nvPr/>
        </p:nvSpPr>
        <p:spPr>
          <a:xfrm>
            <a:off x="581025" y="5085787"/>
            <a:ext cx="10972800" cy="120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제공하여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Pipeline(n8n)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827101-F0C2-25E4-3B0B-CE2FAA2F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38" y="1673180"/>
            <a:ext cx="5415583" cy="3487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A8CA3F-0BA8-7058-572D-DF72F70FE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43" y="4469448"/>
            <a:ext cx="2056700" cy="1827471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75E726F-7750-95A9-91C5-11D89363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839" y="1626393"/>
            <a:ext cx="5445400" cy="392668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5F5304C-B287-E814-9659-8227EE0BF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116" y="4469448"/>
            <a:ext cx="3981575" cy="2184635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C7FE9EB-4427-4FA4-602F-DA6D9493F167}"/>
              </a:ext>
            </a:extLst>
          </p:cNvPr>
          <p:cNvSpPr txBox="1"/>
          <p:nvPr/>
        </p:nvSpPr>
        <p:spPr>
          <a:xfrm>
            <a:off x="591714" y="1358310"/>
            <a:ext cx="5435230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14E712-A679-3AF7-B73D-B33F39395820}"/>
              </a:ext>
            </a:extLst>
          </p:cNvPr>
          <p:cNvSpPr txBox="1"/>
          <p:nvPr/>
        </p:nvSpPr>
        <p:spPr>
          <a:xfrm>
            <a:off x="6361904" y="1337662"/>
            <a:ext cx="546814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D69997C-A46F-DBD9-CB4B-EC0228F8FB64}"/>
              </a:ext>
            </a:extLst>
          </p:cNvPr>
          <p:cNvCxnSpPr/>
          <p:nvPr/>
        </p:nvCxnSpPr>
        <p:spPr>
          <a:xfrm>
            <a:off x="3295650" y="4953000"/>
            <a:ext cx="0" cy="129540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6A41BB1-ADA6-18C5-86B4-F53017FBB59C}"/>
              </a:ext>
            </a:extLst>
          </p:cNvPr>
          <p:cNvCxnSpPr/>
          <p:nvPr/>
        </p:nvCxnSpPr>
        <p:spPr>
          <a:xfrm>
            <a:off x="8968466" y="5095875"/>
            <a:ext cx="0" cy="129540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E65DD-071B-790C-AE28-462DDB0FD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CE603A-D598-A6F9-7675-2D3840BBD7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43BEA39-484F-40A5-D0AB-09F82CC158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0482D-DFF4-0422-618A-C023A3D8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1" y="1391684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9CFCECD-BA53-9882-BF47-5B74A7BED6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40038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A32C-2152-12F4-A8F0-666AB8622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E68638-B68E-6459-C7A8-F788CD248A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9C7AF9F4-C578-8234-49CB-DED9439459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C23D4-334C-7049-9BB5-22C79D4F33B7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51420DA4-D829-D7F0-22FB-6FECFF495D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</a:t>
            </a:fld>
            <a:endParaRPr 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EADC1-28AC-A8C3-377D-0AA908DD7AD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--- 1.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문서를 텍스트로 변환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test.txt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--- 2.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텍스트를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청크로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분할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접속 정보 설정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supakey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"https://qctwuimxnppnzmjcnluc.supabase.co" # 본인 프로젝트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교체</a:t>
            </a:r>
          </a:p>
          <a:p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클라이언트 생성</a:t>
            </a:r>
            <a:endParaRPr lang="ko-KR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--- 3.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소환 (로컬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모델)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--- 4.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VectorDB에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적재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SQL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Editor에서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테이블를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(384) 차원으로 미리 생성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(all-MiniLM-L6-v2 = 384차원)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0" marR="0" indent="0" algn="l"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D3B40-BB43-63A8-1F2C-37F92EA35FF5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DB: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324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4A62-AA69-3FF8-6D99-FCADB6BE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DA34C3E-65F8-4E97-55C8-2C22F6A5D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5F8A587-8418-5BA2-AD9B-E65AA9954F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77561-8DEB-B3F8-69CA-04307D02C552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B69542F-8C58-54D9-481B-59B6BC9522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08DBBA-E889-28BB-B45D-F68CD632873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db.similarity_search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k=2)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"- 내용: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| 출처: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doc.metadata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LLM(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설정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Colab의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경우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사용, 로컬이면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등으로 대체)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GROQ_API_KEY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('GROQ_API_KEY')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="llama-3.3-70b-versatile", # 필요에 따라 다른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교체 가능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groq_api_key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=GROQ_API_KEY,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emperature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".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"""다음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컨텍스트만을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참고하여 질문에 답하세요. 컨텍스트에 없는 내용은 모른다고 답하세요.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[컨텍스트]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[질문]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9F9B94-B663-F7DD-2A9C-DEE4C528370D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DB(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LLM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endParaRPr lang="ko-KR" altLang="ko-KR" sz="1400" b="1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3604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164DB67-877E-2766-2071-AB2439A150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10</a:t>
            </a:fld>
            <a:endParaRPr lang="en-US" sz="1400" b="1" dirty="0"/>
          </a:p>
        </p:txBody>
      </p:sp>
      <p:sp>
        <p:nvSpPr>
          <p:cNvPr id="4" name="두루마리 모양: 가로로 말림 3">
            <a:extLst>
              <a:ext uri="{FF2B5EF4-FFF2-40B4-BE49-F238E27FC236}">
                <a16:creationId xmlns:a16="http://schemas.microsoft.com/office/drawing/2014/main" id="{18D8461A-F4D0-45BF-D36F-2936E3ECA64C}"/>
              </a:ext>
            </a:extLst>
          </p:cNvPr>
          <p:cNvSpPr/>
          <p:nvPr/>
        </p:nvSpPr>
        <p:spPr>
          <a:xfrm>
            <a:off x="819151" y="2772098"/>
            <a:ext cx="1428749" cy="771202"/>
          </a:xfrm>
          <a:prstGeom prst="horizontalScroll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77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96265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5048251" y="2992168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154510-4BE7-5B2E-FA3B-26FFA7F010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구성되어 자원의 손실 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66D9A2-8A6C-CA60-F946-C04153495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8945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 1,  0, 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 0,  0,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762624" y="3010363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795962" y="3742360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180991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635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 flipV="1">
            <a:off x="5857875" y="4974918"/>
            <a:ext cx="2776538" cy="8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4413" y="4708135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FBE8410-9493-DEEF-C3BD-2472DE060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13</a:t>
            </a:fld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3F197-7E09-4EA8-F63B-37A2F78145C7}"/>
              </a:ext>
            </a:extLst>
          </p:cNvPr>
          <p:cNvSpPr txBox="1"/>
          <p:nvPr/>
        </p:nvSpPr>
        <p:spPr>
          <a:xfrm>
            <a:off x="3409386" y="2594325"/>
            <a:ext cx="2210363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FD54-596A-0986-752C-87552BEEE0C5}"/>
              </a:ext>
            </a:extLst>
          </p:cNvPr>
          <p:cNvSpPr txBox="1"/>
          <p:nvPr/>
        </p:nvSpPr>
        <p:spPr>
          <a:xfrm>
            <a:off x="9282278" y="4774830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BF2FBA-8A2E-19AB-EC03-79E65C47CE02}"/>
              </a:ext>
            </a:extLst>
          </p:cNvPr>
          <p:cNvSpPr txBox="1"/>
          <p:nvPr/>
        </p:nvSpPr>
        <p:spPr>
          <a:xfrm>
            <a:off x="9349472" y="5592885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14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73542" y="4821443"/>
            <a:ext cx="3462338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창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0F623C-7C81-86C7-28FB-7AB6BC1420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452252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E459BD-6C5B-C97E-3CEA-D16BACE5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6" y="2113577"/>
            <a:ext cx="9048232" cy="37446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C99521D-A018-C649-20AF-EF92AC53E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3170FAB-0B3C-5799-94FD-DA87024C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5" y="2046836"/>
            <a:ext cx="11038683" cy="40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685025" y="3806506"/>
            <a:ext cx="3100949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6833016" y="3806506"/>
            <a:ext cx="4082024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600659" y="1462963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EAB149-30BC-2AB8-6DCD-37BBF59E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축소하는　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9B217-326B-59C7-30AC-53A3E263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0"/>
            <a:ext cx="8743950" cy="4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543648" y="1520410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 Augmented Generation)</a:t>
            </a:r>
            <a:endParaRPr lang="ko-KR" altLang="en-US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88459-E7EC-2E9A-07FA-4BEE57E0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6EDEA-367A-6D96-DBF3-A3AE03FFE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299" y="2129628"/>
            <a:ext cx="8277226" cy="4246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228636"/>
            <a:ext cx="108585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E12384-7C5B-1487-B1A3-95485D64B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13265</TotalTime>
  <Words>2446</Words>
  <Application>Microsoft Office PowerPoint</Application>
  <PresentationFormat>와이드스크린</PresentationFormat>
  <Paragraphs>237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194</cp:revision>
  <dcterms:created xsi:type="dcterms:W3CDTF">2026-04-06T01:00:39Z</dcterms:created>
  <dcterms:modified xsi:type="dcterms:W3CDTF">2026-09-23T04:36:08Z</dcterms:modified>
  <cp:version/>
</cp:coreProperties>
</file>