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1138" r:id="rId3"/>
    <p:sldId id="1178" r:id="rId4"/>
    <p:sldId id="1179" r:id="rId5"/>
    <p:sldId id="1175" r:id="rId6"/>
    <p:sldId id="1174" r:id="rId7"/>
    <p:sldId id="1134" r:id="rId8"/>
    <p:sldId id="1136" r:id="rId9"/>
    <p:sldId id="1177" r:id="rId10"/>
    <p:sldId id="1176" r:id="rId11"/>
    <p:sldId id="1180" r:id="rId12"/>
    <p:sldId id="1161" r:id="rId13"/>
    <p:sldId id="1181" r:id="rId14"/>
    <p:sldId id="1182" r:id="rId15"/>
    <p:sldId id="1183" r:id="rId16"/>
    <p:sldId id="1184" r:id="rId17"/>
    <p:sldId id="1185" r:id="rId18"/>
    <p:sldId id="1186" r:id="rId19"/>
    <p:sldId id="1190" r:id="rId20"/>
    <p:sldId id="1187" r:id="rId2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8"/>
            <p14:sldId id="1178"/>
            <p14:sldId id="1179"/>
            <p14:sldId id="1175"/>
            <p14:sldId id="1174"/>
            <p14:sldId id="1134"/>
            <p14:sldId id="1136"/>
            <p14:sldId id="1177"/>
            <p14:sldId id="1176"/>
            <p14:sldId id="1180"/>
            <p14:sldId id="1161"/>
            <p14:sldId id="1181"/>
            <p14:sldId id="1182"/>
            <p14:sldId id="1183"/>
            <p14:sldId id="1184"/>
            <p14:sldId id="1185"/>
            <p14:sldId id="1186"/>
            <p14:sldId id="1190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8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C0C4D-8E9A-FAED-7CFB-A2BE5DC9F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1080FD-F89C-5809-FE07-F91E0E96C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6D1F87-70DC-AE68-F626-366CBA364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4C7F0D-A827-6C65-5FBB-687C2302AE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43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04285-A33B-A36F-0082-9FF5329D3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B6BFC8-6BA6-F707-1E37-58EBC01E6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93A03B-D60C-E412-404C-8DF1EDAED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A52AE6-1882-8C43-4724-70B3D93930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5143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BF583-97C7-712D-4F67-7E2BA6AE1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526F85-967D-F049-A515-628979BE6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C3D518-4B24-26D8-056D-50C89E08D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820FDB-F143-B61A-2468-FCD3C20F2D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14694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amatria.in/blog/transformer-models-an-introduction-and-catalog-2d1e9039f376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matria.in/blog/transformer-models-an-introduction-and-catalog-2d1e9039f376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Introduction_to_deep_learning.ipynb" TargetMode="External"/><Relationship Id="rId2" Type="http://schemas.openxmlformats.org/officeDocument/2006/relationships/hyperlink" Target="https://github.com/ancestor9/mathematics-for-machine-learning/blob/main/scripts/Introduction_to_Machine_learning.ipynb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jakevdp.github.io/PythonDataScienceHandbook/03.10-working-with-strings.html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langchain.com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Learning-Langchain-AI-Agent/blob/main/excercise/Agent.ipynb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Learning-Langchain-AI-Agent/blob/main/excercise/Langchain_rag_geminiAPI.ipynb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Learning-Langchain-AI-Agent/blob/main/CH1_LLM_Fundamentals%20with%20LangChain.ipynb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treamlit.io/playground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1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 Fundamentals with </a:t>
            </a:r>
            <a:r>
              <a:rPr lang="en-US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2</a:t>
            </a:fld>
            <a:endParaRPr lang="en-US" sz="1400" b="1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893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Vectorized String Operations : Text Mining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NLP(Natural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Language Processing)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자연어 처리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LLM(Large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Language Model)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Langraph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Runnable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28E7-AAB1-D1BF-03A7-16AAA326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860F2-3F34-1F9C-1465-731E6503C2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 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6918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BF582-995D-B077-3821-89957D893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69C495-9356-EFB9-DC93-FF7872C542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Venn Diagram of AI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BA49B87-2E35-58F0-6854-5FF4FBAC592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454C6-F9DD-D015-71DC-D886442C47CA}"/>
              </a:ext>
            </a:extLst>
          </p:cNvPr>
          <p:cNvSpPr txBox="1"/>
          <p:nvPr/>
        </p:nvSpPr>
        <p:spPr>
          <a:xfrm>
            <a:off x="3152775" y="6376017"/>
            <a:ext cx="62293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https://amatria.in/blog/transformer-models-an-introduction-and-catalog-2d1e9039f376/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F0E5F57A-FC14-BB84-406C-D8B3D215AD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5732" y="1569082"/>
            <a:ext cx="7980535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6947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DD023-F53F-4650-32C3-A3E47D1EA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4A0B4-204C-4B04-D099-3709214F69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D0D691-F47A-D83B-C436-9C2EAD0BC1FC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Big Data Types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E7551DB-678E-55B6-47B0-FF64EAD7C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CE28EDC-9514-15E5-27CD-514E3D4CF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689" y="1425249"/>
            <a:ext cx="10412921" cy="4230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AD85EE5-FB41-26A0-6C99-96C3A555A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3" y="1681334"/>
            <a:ext cx="10371207" cy="2810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406B33B-3DF6-570D-A649-AAFACA494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2" y="1425249"/>
            <a:ext cx="10495381" cy="4450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25C6496-A99B-8125-F439-9659D19EC1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2" y="1443106"/>
            <a:ext cx="10495381" cy="196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77571E4-3E84-D0D4-9ECF-87118AB6C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01" y="3409625"/>
            <a:ext cx="10495381" cy="306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31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F31756-78E0-AA2D-572F-B2871DBFED5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48C704-DBD9-6458-3BAC-861029B383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87EFF-5A00-FBF1-5D65-D64C6EE76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532BC0-E8A1-E9D6-7E99-829F4947E0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LLM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5361BBF-D211-A6F9-113F-C00B034B21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6FA654-C579-BA82-6F56-16AAF7472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1546476"/>
            <a:ext cx="9962632" cy="4829541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4E1CF2-3226-A746-8880-4FABE2AD64BB}"/>
              </a:ext>
            </a:extLst>
          </p:cNvPr>
          <p:cNvSpPr txBox="1"/>
          <p:nvPr/>
        </p:nvSpPr>
        <p:spPr>
          <a:xfrm>
            <a:off x="790575" y="6376017"/>
            <a:ext cx="622935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https://amatria.in/blog/transformer-models-an-introduction-and-catalog-2d1e9039f376/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8364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A781-0F92-C284-09BC-BBEB5667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91BC12-CE9B-3635-AB6A-9534F08047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B7F88E-6C64-73AD-BD66-85ED67548608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591E7B5-A2B1-5F59-678B-C9D350D43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267278-33B7-0F28-22AA-9713D26D9B1D}"/>
              </a:ext>
            </a:extLst>
          </p:cNvPr>
          <p:cNvSpPr txBox="1"/>
          <p:nvPr/>
        </p:nvSpPr>
        <p:spPr>
          <a:xfrm>
            <a:off x="1749150" y="1985639"/>
            <a:ext cx="98522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Introduction_to_Machine_learning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(Mandatory)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Introduction_to_deep_learning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(Optional)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72AA4F-6372-FC3A-6174-69BEC3EBBA1F}"/>
              </a:ext>
            </a:extLst>
          </p:cNvPr>
          <p:cNvSpPr txBox="1"/>
          <p:nvPr/>
        </p:nvSpPr>
        <p:spPr>
          <a:xfrm>
            <a:off x="625200" y="1219200"/>
            <a:ext cx="1097624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이해하기 위해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Introduction_to_Machine_learning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7511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EADE8-3EE6-8AEA-9249-2001DD678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C33D67-3D74-4492-EAF9-628C85EB8B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864F58-0517-04AC-22B0-0286F5CAD92E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Vectorized String Operations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95AF9BF-BBF8-E943-7C15-1CE508F40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B11877-1E98-76D9-B942-16A5D0345D76}"/>
              </a:ext>
            </a:extLst>
          </p:cNvPr>
          <p:cNvSpPr txBox="1"/>
          <p:nvPr/>
        </p:nvSpPr>
        <p:spPr>
          <a:xfrm>
            <a:off x="625200" y="1219200"/>
            <a:ext cx="1097624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 science handbook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절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03.10-working-with-strings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Example: Recipe Database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실습하여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simple recipe recommender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(application)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완성하라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 descr="fruit salad on gray bowls">
            <a:extLst>
              <a:ext uri="{FF2B5EF4-FFF2-40B4-BE49-F238E27FC236}">
                <a16:creationId xmlns:a16="http://schemas.microsoft.com/office/drawing/2014/main" id="{6F399546-DBA6-9C9E-1524-4EF172094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125" y="2805357"/>
            <a:ext cx="51435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4002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ECA4C-CC8C-D144-7D64-BDE9F82C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D7D5F8-B881-C5B3-0369-D2FFD6B9C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85304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04DA5-A488-3EBE-C860-B0757A7F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B17C6DD-6836-99CA-5CA3-FF29A6D23E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DA1BCFC-7FE3-0208-6FE2-B7D2922607F8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4665E68-2B88-8C2C-522E-944C6917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1042C-DA28-4D09-67D2-E48526FA4B0A}"/>
              </a:ext>
            </a:extLst>
          </p:cNvPr>
          <p:cNvSpPr txBox="1"/>
          <p:nvPr/>
        </p:nvSpPr>
        <p:spPr>
          <a:xfrm>
            <a:off x="625200" y="1219200"/>
            <a:ext cx="1097624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활용한 애플리케이션 개발에 특화된 오픈소스 프레임워크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7015DD-326C-DFAD-E042-B384491F1AC0}"/>
              </a:ext>
            </a:extLst>
          </p:cNvPr>
          <p:cNvSpPr txBox="1"/>
          <p:nvPr/>
        </p:nvSpPr>
        <p:spPr>
          <a:xfrm>
            <a:off x="625200" y="577875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https://www.langchain.com/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EDB633C-CB54-C8FC-115A-03548843284A}"/>
              </a:ext>
            </a:extLst>
          </p:cNvPr>
          <p:cNvGrpSpPr/>
          <p:nvPr/>
        </p:nvGrpSpPr>
        <p:grpSpPr>
          <a:xfrm>
            <a:off x="625200" y="1985638"/>
            <a:ext cx="11166751" cy="3796038"/>
            <a:chOff x="625200" y="1985638"/>
            <a:chExt cx="11166751" cy="3796038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095F30D-488C-4731-7328-5AF8841F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56177" y="1985638"/>
              <a:ext cx="4835774" cy="3793117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7FA97CDD-674B-C5D3-759B-AFBE42AFF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200" y="1985640"/>
              <a:ext cx="6542656" cy="3796036"/>
            </a:xfrm>
            <a:prstGeom prst="rect">
              <a:avLst/>
            </a:prstGeom>
          </p:spPr>
        </p:pic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F6561769-EF49-C161-B897-A92C6C9B2BB8}"/>
              </a:ext>
            </a:extLst>
          </p:cNvPr>
          <p:cNvSpPr/>
          <p:nvPr/>
        </p:nvSpPr>
        <p:spPr>
          <a:xfrm>
            <a:off x="3810000" y="5403468"/>
            <a:ext cx="981075" cy="307777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452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3355D-8BF3-0277-3AE4-7CE74E8F9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2200DEA-9EDD-3F1D-CE6B-92A78A0F1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1278074-A716-70CB-49E5-90BF0F37C1C3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Build agents faster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21E103-FD04-B422-1498-74B19A897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036489-4A70-6C4B-2B7C-265698D9738D}"/>
              </a:ext>
            </a:extLst>
          </p:cNvPr>
          <p:cNvSpPr txBox="1"/>
          <p:nvPr/>
        </p:nvSpPr>
        <p:spPr>
          <a:xfrm>
            <a:off x="625200" y="1219200"/>
            <a:ext cx="1097624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활용한 애플리케이션 개발에 특화된 오픈소스 프레임워크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8F66F2-A019-3BBD-AFC4-258B1899F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42" y="1911232"/>
            <a:ext cx="9625552" cy="44647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08EF025-AB88-CC64-60A9-9B12DCE1D679}"/>
              </a:ext>
            </a:extLst>
          </p:cNvPr>
          <p:cNvSpPr/>
          <p:nvPr/>
        </p:nvSpPr>
        <p:spPr>
          <a:xfrm>
            <a:off x="3033252" y="5865585"/>
            <a:ext cx="1076632" cy="37789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080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ECB04-7065-321D-9B03-E885AA112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099E2024-AE38-150E-3028-16AFC26A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19" y="2634257"/>
            <a:ext cx="7683058" cy="330232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367C1ECC-7694-1E45-FFB0-9ABE4993AB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836DA1-1417-ABE4-26E2-3068E6D65B1C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9A41B47-AC25-F8B2-D5F7-010ED2B0E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66D4F-F266-E31F-652D-4C84D06EFDE4}"/>
              </a:ext>
            </a:extLst>
          </p:cNvPr>
          <p:cNvSpPr txBox="1"/>
          <p:nvPr/>
        </p:nvSpPr>
        <p:spPr>
          <a:xfrm>
            <a:off x="625200" y="1219200"/>
            <a:ext cx="10976249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 = Model + Harness.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provides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create_agent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a minimal, highly configurable harness. The harness is everything around the model loop: the prompt, the tools, and any middleware that shapes behavior.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737FDEF-CE1D-5476-88DC-2B64441E5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949" y="3118915"/>
            <a:ext cx="4484032" cy="351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23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10F30-5251-6989-6A8D-903E36D57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3123B3-387F-8B90-D3CC-F831E8859A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2B0BD2-E787-13D1-7CEA-DC7989DC07F0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Introduction to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with Agent &amp; RAG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4F3DD4F-7268-CA1A-92DB-591028E2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01678B-0413-AC28-CE1B-739932044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467" y="3285873"/>
            <a:ext cx="7743065" cy="16382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264351-EEC4-4B29-CA07-06ADD3001F74}"/>
              </a:ext>
            </a:extLst>
          </p:cNvPr>
          <p:cNvSpPr txBox="1"/>
          <p:nvPr/>
        </p:nvSpPr>
        <p:spPr>
          <a:xfrm>
            <a:off x="597661" y="1248422"/>
            <a:ext cx="10941598" cy="120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실습하고 이해하자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Agent.ipynb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Langchain_rag_geminiAPI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9226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488B0-400C-E229-E258-5E8A74504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BC72C1-8F8B-BCD1-1512-760B19BD2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C076143-D16D-C638-5908-95C3A9097020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Dive into LLM Fundamentals with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9735E0-7504-7A8D-EF92-EEB2DEFE2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8A98425-E80D-E2E4-D1C5-23D4BFA30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275" y="1823523"/>
            <a:ext cx="8010085" cy="45524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A0F647-5DCC-9369-B195-3DBD957974A3}"/>
              </a:ext>
            </a:extLst>
          </p:cNvPr>
          <p:cNvSpPr txBox="1"/>
          <p:nvPr/>
        </p:nvSpPr>
        <p:spPr>
          <a:xfrm>
            <a:off x="625201" y="1351306"/>
            <a:ext cx="8077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CH1_LLM_Fundamentals with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LangChain.ipynb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4632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AC63-80D2-80FB-8CC0-814D61C05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A3E4AB-C965-FD93-800F-83BC62810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0098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61A5D-45D1-76DA-1582-BFFDE095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305A66-687B-0880-E4A0-AA5A927966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0CF0C3-82F6-EBEB-B6A0-D1260D2BADA2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Dive into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C1A80A2-C271-7EC7-37D2-345111662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4FF98F8-BFC2-6F3D-B8B1-5AF358FEF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4" y="1842839"/>
            <a:ext cx="5544324" cy="3553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991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4B695-C5A6-9AAF-EC0E-1B82FAA3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050D754-89EF-10CC-3E80-B153678EBC7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9B1E185-1C34-4880-DB3B-32881A72E16F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Dive into 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073BAF8-6B9C-38E4-EDDE-D59E653DB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1D0427C-FF59-99DB-C0A2-684B4ED9A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25" y="1401675"/>
            <a:ext cx="8677990" cy="46938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112DD95-F59E-AB5F-F5BC-682A63FC0A7B}"/>
              </a:ext>
            </a:extLst>
          </p:cNvPr>
          <p:cNvSpPr txBox="1"/>
          <p:nvPr/>
        </p:nvSpPr>
        <p:spPr>
          <a:xfrm>
            <a:off x="199072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https://streamlit.io/playground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8125571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13399</TotalTime>
  <Words>490</Words>
  <Application>Microsoft Office PowerPoint</Application>
  <PresentationFormat>와이드스크린</PresentationFormat>
  <Paragraphs>79</Paragraphs>
  <Slides>20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D2Coding</vt:lpstr>
      <vt:lpstr>맑은 고딕</vt:lpstr>
      <vt:lpstr>Batang</vt:lpstr>
      <vt:lpstr>Arial</vt:lpstr>
      <vt:lpstr>Lora</vt:lpstr>
      <vt:lpstr>Times New Roman</vt:lpstr>
      <vt:lpstr>Wingdings</vt:lpstr>
      <vt:lpstr>WelcomeDoc</vt:lpstr>
      <vt:lpstr>CHAPERT 1 LLM Fundamentals with LangChain</vt:lpstr>
      <vt:lpstr>PowerPoint 프레젠테이션</vt:lpstr>
      <vt:lpstr>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Langchain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Streamlit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200</cp:revision>
  <dcterms:created xsi:type="dcterms:W3CDTF">2026-04-06T01:00:39Z</dcterms:created>
  <dcterms:modified xsi:type="dcterms:W3CDTF">2026-10-16T06:40:56Z</dcterms:modified>
  <cp:version/>
</cp:coreProperties>
</file>