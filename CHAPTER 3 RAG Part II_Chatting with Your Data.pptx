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256" r:id="rId2"/>
    <p:sldId id="1136" r:id="rId3"/>
    <p:sldId id="1140" r:id="rId4"/>
    <p:sldId id="1141" r:id="rId5"/>
    <p:sldId id="1144" r:id="rId6"/>
    <p:sldId id="1142" r:id="rId7"/>
    <p:sldId id="1143" r:id="rId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41"/>
            <p14:sldId id="1144"/>
            <p14:sldId id="1142"/>
            <p14:sldId id="114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3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II: Chatting with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1166927" y="172467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RAG(Retrieval-Augmented Generation)?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is automated system to fetch relevant information based on a user’s query, append it as context to the prompt, and then execute the generation request to the LLM.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914B3C4-49E5-C000-A4BB-024EA4627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2337662"/>
            <a:ext cx="7712108" cy="358171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6632C8E-0AC8-B413-126F-75B105DAB138}"/>
              </a:ext>
            </a:extLst>
          </p:cNvPr>
          <p:cNvSpPr txBox="1"/>
          <p:nvPr/>
        </p:nvSpPr>
        <p:spPr>
          <a:xfrm>
            <a:off x="8772524" y="2381615"/>
            <a:ext cx="3143251" cy="36009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(Indexing)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데이터 소스를 전처리하고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의미를 나타내는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저장소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저장하여 나중에 쉽게 검색할 수 있도록 만드는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(Retrieval)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기반으로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저장소에 보관되어 있는 관련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찾아오는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추출하는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28600" indent="-22860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원래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(Prompt)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검색을 통해 찾아낸 관련 문서들을 하나로 결합하여 최종 프롬프트를 만들고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보내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답변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유도하는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8372F-584A-3720-5EA3-5BC174A4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F2D68-AA20-60CC-0560-7ADC31CC5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D712C7-88FF-B03C-0041-0910E14CF1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66EEA0-1F46-6B06-7214-66461A633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7" y="1641609"/>
            <a:ext cx="4133848" cy="48187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42372-0CC1-F607-2405-C7C478F4983B}"/>
              </a:ext>
            </a:extLst>
          </p:cNvPr>
          <p:cNvSpPr txBox="1"/>
          <p:nvPr/>
        </p:nvSpPr>
        <p:spPr>
          <a:xfrm>
            <a:off x="5391757" y="1641609"/>
            <a:ext cx="6171591" cy="19011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An example flow of indexing documents alongside retrieval of relevant documents from a vector store; the Hierarchical Navigable Small World (HNSW) box depicts calculating similarity of documents against the user’s query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/>
              <p:nvPr/>
            </p:nvSpPr>
            <p:spPr>
              <a:xfrm>
                <a:off x="5391757" y="3935958"/>
                <a:ext cx="6096000" cy="1437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Hierarchical Navigable Small World (HNSW)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RDBMS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B+Tree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알고리즘과 유사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: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새로운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대해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vectors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대상으로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검색시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연산 효율이 증가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6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altLang="ko-KR" sz="1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1757" y="3935958"/>
                <a:ext cx="6096000" cy="1437830"/>
              </a:xfrm>
              <a:prstGeom prst="rect">
                <a:avLst/>
              </a:prstGeom>
              <a:blipFill>
                <a:blip r:embed="rId3"/>
                <a:stretch>
                  <a:fillRect l="-800" t="-2542" b="-42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0759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750F7-41AF-AE88-E1DC-B4511268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5F14AE-F576-6569-5A5C-1C2911C8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C9C2A0-964F-B1F3-1D67-029CEE79CE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09A1C9-9C9F-B20D-8C7D-C0613F3A5AC4}"/>
              </a:ext>
            </a:extLst>
          </p:cNvPr>
          <p:cNvSpPr txBox="1"/>
          <p:nvPr/>
        </p:nvSpPr>
        <p:spPr>
          <a:xfrm>
            <a:off x="589164" y="1348800"/>
            <a:ext cx="6507480" cy="21236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환경 변수 및 인증 정보 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1)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접속 정보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앞서 확인한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주소와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anon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"https://tllrshlupjcikzaywaqm.supabase.co"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2)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 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YOUR_API_KEY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["GROQ_API_KEY"] = YOUR_API_KEY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558C6B-74A4-A3A1-B6ED-C278B9DC5E2F}"/>
              </a:ext>
            </a:extLst>
          </p:cNvPr>
          <p:cNvSpPr txBox="1"/>
          <p:nvPr/>
        </p:nvSpPr>
        <p:spPr>
          <a:xfrm>
            <a:off x="4199139" y="3092788"/>
            <a:ext cx="6507480" cy="33085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분할 및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(Ingestion)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로드 및 분할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encoding='utf-8').load()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text_splitter.split_documents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수파베이스와 연동할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384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설정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데이터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인덱싱 및 저장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documents=documents,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embedding=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client=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="documents",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 # SQL Editor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등록한 함수 이름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398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07014-8714-34AC-34E8-516648C3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F1093B-1C5C-EA61-2A57-7D96D8A5F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4F1AF93-E975-B956-7159-AE13BD3B42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B68EEC-4E15-A8F4-D42E-03E389DEFB13}"/>
              </a:ext>
            </a:extLst>
          </p:cNvPr>
          <p:cNvSpPr txBox="1"/>
          <p:nvPr/>
        </p:nvSpPr>
        <p:spPr>
          <a:xfrm>
            <a:off x="630693" y="1313988"/>
            <a:ext cx="6507480" cy="297004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검색기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(Retriever)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프롬프트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유사한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(cosine similarity)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개를 뽑아오는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리트리버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db.as_retriever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search_kwargs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={"k": 2})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'Who are the key figures in the ancient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greek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history of philosophy?'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프롬프트 템플릿 정의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ChatPromptTemplate.from_template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"""Answer the question based only on the following context: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{context}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 Question: {question}"""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초고속 가성비 모델인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(Llama 3)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모델로 교체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="llama-3.1-8b-instant", temperature=0)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492F2-B932-47EA-82F0-F939B140AD3A}"/>
              </a:ext>
            </a:extLst>
          </p:cNvPr>
          <p:cNvSpPr txBox="1"/>
          <p:nvPr/>
        </p:nvSpPr>
        <p:spPr>
          <a:xfrm>
            <a:off x="6096000" y="2394890"/>
            <a:ext cx="5832729" cy="364715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LCEL @chain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데코레이터를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활용한 효율적인 파이썬 함수 캡슐화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print("Running RAG system using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...\n")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@chain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1. Retrieval: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관련된 문서 조각 가져오기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2. Prompt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조립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컨텍스트 결합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formatted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({"context": docs, "question":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3. Generation: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통해 답변 생성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answer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(formatted)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return answer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RAG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체인 실행 및 결과 출력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print("[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답변 결과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result.content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D322B9-219C-8B79-A1AA-6578697278DE}"/>
              </a:ext>
            </a:extLst>
          </p:cNvPr>
          <p:cNvSpPr txBox="1"/>
          <p:nvPr/>
        </p:nvSpPr>
        <p:spPr>
          <a:xfrm>
            <a:off x="630693" y="5020598"/>
            <a:ext cx="5124450" cy="101566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ancient Greek history of philosophy is a monumental chapter in human intellectual history. Greek philosophers and scientists laid the………..</a:t>
            </a: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답변이 안 나오는 이유는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281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44B8C-B5B7-ACB2-470A-E3EABFB4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F298C9-2596-E2C9-F069-99D435BFE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20C3598-52CB-E2CD-3B36-0771802B88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build a production-ready RAG system?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F91C8-3335-5794-A260-4E134A236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9" y="1690133"/>
            <a:ext cx="5854224" cy="43055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1FD390-1697-9486-30C6-D60725BBD184}"/>
              </a:ext>
            </a:extLst>
          </p:cNvPr>
          <p:cNvSpPr txBox="1"/>
          <p:nvPr/>
        </p:nvSpPr>
        <p:spPr>
          <a:xfrm>
            <a:off x="6638925" y="1690133"/>
            <a:ext cx="511492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입력의 가변성 관리: 사용자마다 다르게 입력하는 질문의 품질(모호함, 오타 등)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어떻게 대응할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쿼리 라우팅(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다양한 데이터 소스 중 질문에 맞는 적절한 데이터 소스로 쿼리를 어떻게 분류하고 보낼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언어 변환: 사용자의 자연어 질문을 대상 데이터 소스가 이해할 수 있는 쿼리 언어(예: SQL,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NoSQL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쿼리 등)로 어떻게 변환할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프로세스 최적화: 텍스트 분할(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및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과정을 어떻게 최적화할 것인가?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이후에 후처리 알고리즘을 최적화 단계를 통해 어떻게 답변을 정확히 할 것인가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58484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14009</TotalTime>
  <Words>900</Words>
  <Application>Microsoft Office PowerPoint</Application>
  <PresentationFormat>와이드스크린</PresentationFormat>
  <Paragraphs>107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D2Coding</vt:lpstr>
      <vt:lpstr>맑은 고딕</vt:lpstr>
      <vt:lpstr>바탕</vt:lpstr>
      <vt:lpstr>Arial</vt:lpstr>
      <vt:lpstr>Cambria Math</vt:lpstr>
      <vt:lpstr>Wingdings</vt:lpstr>
      <vt:lpstr>WelcomeDoc</vt:lpstr>
      <vt:lpstr>CHAPERT 3 RAG Part II: Chatting with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190</cp:revision>
  <dcterms:created xsi:type="dcterms:W3CDTF">2026-04-06T01:00:39Z</dcterms:created>
  <dcterms:modified xsi:type="dcterms:W3CDTF">2026-07-19T15:22:54Z</dcterms:modified>
  <cp:version/>
</cp:coreProperties>
</file>