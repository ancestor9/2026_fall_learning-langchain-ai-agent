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1136" r:id="rId3"/>
    <p:sldId id="1138" r:id="rId4"/>
    <p:sldId id="1139" r:id="rId5"/>
    <p:sldId id="1140" r:id="rId6"/>
    <p:sldId id="1141" r:id="rId7"/>
    <p:sldId id="1142" r:id="rId8"/>
    <p:sldId id="1143" r:id="rId9"/>
    <p:sldId id="1145" r:id="rId10"/>
    <p:sldId id="1144" r:id="rId11"/>
    <p:sldId id="1146" r:id="rId12"/>
    <p:sldId id="1147" r:id="rId13"/>
    <p:sldId id="1148" r:id="rId14"/>
    <p:sldId id="1149" r:id="rId15"/>
    <p:sldId id="1154" r:id="rId16"/>
    <p:sldId id="1153" r:id="rId17"/>
    <p:sldId id="1150" r:id="rId18"/>
    <p:sldId id="1151" r:id="rId19"/>
    <p:sldId id="1152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2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hyperlink" Target="https://word2vec.kr/search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667267" y="1248422"/>
            <a:ext cx="9076807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3515916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제공하여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36BC5A-E305-93C5-7A71-6101DF0E12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782B5BD-50D0-1498-2079-329BC66A8808}"/>
              </a:ext>
            </a:extLst>
          </p:cNvPr>
          <p:cNvSpPr/>
          <p:nvPr/>
        </p:nvSpPr>
        <p:spPr>
          <a:xfrm>
            <a:off x="4933950" y="2677791"/>
            <a:ext cx="714375" cy="705073"/>
          </a:xfrm>
          <a:prstGeom prst="downArrow">
            <a:avLst>
              <a:gd name="adj1" fmla="val 5392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164DB67-877E-2766-2071-AB2439A150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77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96265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5048251" y="2992168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154510-4BE7-5B2E-FA3B-26FFA7F010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구성되어 자원의 손실 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66D9A2-8A6C-CA60-F946-C04153495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8945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 1,  0, 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 0,  0,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762624" y="3010363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795962" y="3742360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180991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635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 flipV="1">
            <a:off x="5857875" y="4974918"/>
            <a:ext cx="2776538" cy="8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08135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FBE8410-9493-DEEF-C3BD-2472DE060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3F197-7E09-4EA8-F63B-37A2F78145C7}"/>
              </a:ext>
            </a:extLst>
          </p:cNvPr>
          <p:cNvSpPr txBox="1"/>
          <p:nvPr/>
        </p:nvSpPr>
        <p:spPr>
          <a:xfrm>
            <a:off x="3409386" y="2594325"/>
            <a:ext cx="2210363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FD54-596A-0986-752C-87552BEEE0C5}"/>
              </a:ext>
            </a:extLst>
          </p:cNvPr>
          <p:cNvSpPr txBox="1"/>
          <p:nvPr/>
        </p:nvSpPr>
        <p:spPr>
          <a:xfrm>
            <a:off x="9282278" y="4774830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BF2FBA-8A2E-19AB-EC03-79E65C47CE02}"/>
              </a:ext>
            </a:extLst>
          </p:cNvPr>
          <p:cNvSpPr txBox="1"/>
          <p:nvPr/>
        </p:nvSpPr>
        <p:spPr>
          <a:xfrm>
            <a:off x="9349472" y="5592885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73542" y="4821443"/>
            <a:ext cx="3462338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창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0F623C-7C81-86C7-28FB-7AB6BC1420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452252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E459BD-6C5B-C97E-3CEA-D16BACE5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6" y="2113577"/>
            <a:ext cx="9048232" cy="37446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C99521D-A018-C649-20AF-EF92AC53E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3170FAB-0B3C-5799-94FD-DA87024C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5" y="2046836"/>
            <a:ext cx="11038683" cy="40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685025" y="3806506"/>
            <a:ext cx="3100949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6833016" y="3806506"/>
            <a:ext cx="4082024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600659" y="1462963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EAB149-30BC-2AB8-6DCD-37BBF59E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축소하는　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9B217-326B-59C7-30AC-53A3E263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0"/>
            <a:ext cx="8743950" cy="4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543648" y="1520410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 Augmented Generation)</a:t>
            </a:r>
            <a:endParaRPr lang="ko-KR" altLang="en-US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88459-E7EC-2E9A-07FA-4BEE57E0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6EDEA-367A-6D96-DBF3-A3AE03FFE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299" y="2129628"/>
            <a:ext cx="8277226" cy="4246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333411"/>
            <a:ext cx="1085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E12384-7C5B-1487-B1A3-95485D64B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13200</TotalTime>
  <Words>1898</Words>
  <Application>Microsoft Office PowerPoint</Application>
  <PresentationFormat>와이드스크린</PresentationFormat>
  <Paragraphs>178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190</cp:revision>
  <dcterms:created xsi:type="dcterms:W3CDTF">2026-04-06T01:00:39Z</dcterms:created>
  <dcterms:modified xsi:type="dcterms:W3CDTF">2026-08-20T00:46:36Z</dcterms:modified>
  <cp:version/>
</cp:coreProperties>
</file>