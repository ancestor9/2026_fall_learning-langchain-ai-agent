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1136" r:id="rId3"/>
    <p:sldId id="1138" r:id="rId4"/>
    <p:sldId id="1139" r:id="rId5"/>
    <p:sldId id="1140" r:id="rId6"/>
    <p:sldId id="1141" r:id="rId7"/>
    <p:sldId id="1142" r:id="rId8"/>
    <p:sldId id="1143" r:id="rId9"/>
    <p:sldId id="1145" r:id="rId10"/>
    <p:sldId id="1144" r:id="rId11"/>
    <p:sldId id="1146" r:id="rId12"/>
    <p:sldId id="1147" r:id="rId13"/>
    <p:sldId id="1148" r:id="rId14"/>
    <p:sldId id="1149" r:id="rId15"/>
    <p:sldId id="1154" r:id="rId16"/>
    <p:sldId id="1153" r:id="rId17"/>
    <p:sldId id="1150" r:id="rId18"/>
    <p:sldId id="1151" r:id="rId19"/>
    <p:sldId id="1152" r:id="rId2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  <p14:sldId id="1154"/>
            <p14:sldId id="1153"/>
            <p14:sldId id="1150"/>
            <p14:sldId id="1151"/>
            <p14:sldId id="115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c.gov/Archives/edgar/data/1318605/000095017023001409/tsla-20221231.ht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hyperlink" Target="https://word2vec.kr/search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oop.com/blog/rag-architectures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chain.com/oss/javascript/deepagents/rag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1166927" y="172467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기술적 고민이나 복잡한 아키텍처가 전혀 필요 없지만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6053F-17E6-5888-C6C8-A9B5AB35B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1362593" y="1248422"/>
            <a:ext cx="847673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핵심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2877741"/>
            <a:ext cx="1097280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제공하고,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CA0C24-0676-F1F8-0245-1D3828D3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82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21970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048125" y="3429000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8C690B-1A36-FBAB-0ABF-B1BA5339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구성하여 자원의 손실부작용과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9C8D74-9333-A0DA-A789-DD724ABC1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9326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1, 0,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0,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514974" y="3010363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548312" y="3742360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259096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740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>
            <a:off x="5857875" y="4982968"/>
            <a:ext cx="2776538" cy="20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4736710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849D0-C491-D099-4000-839C3D78D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4" y="3019425"/>
            <a:ext cx="2861914" cy="250147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055501" y="5752268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8694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5524500" y="568929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6953250" y="2217610"/>
            <a:ext cx="2295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5B0EE9-A47D-0478-066B-BC245DBA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F0D95A-8383-F535-0C6D-6B10395D5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66875" y="4980581"/>
            <a:ext cx="37623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컨텍스트 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EA98C2-42FF-2089-82F5-0A9271C14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50590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242679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900995-5D88-1C91-B630-DB3EE9C09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5" y="2113577"/>
            <a:ext cx="9858375" cy="32624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8DEC33-1D4B-3FB2-FC36-771DC8DE7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0336E8-FDAF-78D3-69F7-76E8EDDE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1989752"/>
            <a:ext cx="7712108" cy="13717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3B2F3-0C31-2E6C-E69A-1D079B523DCA}"/>
              </a:ext>
            </a:extLst>
          </p:cNvPr>
          <p:cNvSpPr txBox="1"/>
          <p:nvPr/>
        </p:nvSpPr>
        <p:spPr>
          <a:xfrm>
            <a:off x="619125" y="3670655"/>
            <a:ext cx="110299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개발자들에게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Pinecone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Milvus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최신 전문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비싸게 도입할 필요가 없으며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가장 친숙한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 플러그인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하나만 켜면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2FE64-4976-2781-44ED-6BE72BCDDE82}"/>
              </a:ext>
            </a:extLst>
          </p:cNvPr>
          <p:cNvSpPr txBox="1"/>
          <p:nvPr/>
        </p:nvSpPr>
        <p:spPr>
          <a:xfrm>
            <a:off x="1122296" y="5788190"/>
            <a:ext cx="6450079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클라우드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1" name="그래픽 10" descr="웹 디자인">
            <a:extLst>
              <a:ext uri="{FF2B5EF4-FFF2-40B4-BE49-F238E27FC236}">
                <a16:creationId xmlns:a16="http://schemas.microsoft.com/office/drawing/2014/main" id="{FF4D50AC-E78E-C767-94A7-93D1D3787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709" y="5686662"/>
            <a:ext cx="543335" cy="543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087CF1-5C36-1787-787C-1970D6972574}"/>
              </a:ext>
            </a:extLst>
          </p:cNvPr>
          <p:cNvSpPr txBox="1"/>
          <p:nvPr/>
        </p:nvSpPr>
        <p:spPr>
          <a:xfrm>
            <a:off x="1112519" y="4955866"/>
            <a:ext cx="645033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직접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3" name="그래픽 12" descr="웹 디자인">
            <a:extLst>
              <a:ext uri="{FF2B5EF4-FFF2-40B4-BE49-F238E27FC236}">
                <a16:creationId xmlns:a16="http://schemas.microsoft.com/office/drawing/2014/main" id="{0A0F9956-16EA-3725-FC30-CB7DEA41B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932" y="4854338"/>
            <a:ext cx="543335" cy="5433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FF4F43-5573-2F0B-D471-654F61007B3A}"/>
              </a:ext>
            </a:extLst>
          </p:cNvPr>
          <p:cNvSpPr txBox="1"/>
          <p:nvPr/>
        </p:nvSpPr>
        <p:spPr>
          <a:xfrm>
            <a:off x="7686675" y="5806284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CDCAF-F2C4-81B5-0B3B-08603E2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Simple RAG">
            <a:extLst>
              <a:ext uri="{FF2B5EF4-FFF2-40B4-BE49-F238E27FC236}">
                <a16:creationId xmlns:a16="http://schemas.microsoft.com/office/drawing/2014/main" id="{31CD1155-AAC9-5F70-8CA2-AF2EF1027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3476" y="2780252"/>
            <a:ext cx="9220200" cy="340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4932E-8CA0-46DB-8C74-9E6720A8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B7FA75D-5D50-0308-C9A0-C7189492E3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E7A39-10E4-97D1-58B4-87B7EE0A627B}"/>
              </a:ext>
            </a:extLst>
          </p:cNvPr>
          <p:cNvSpPr txBox="1"/>
          <p:nvPr/>
        </p:nvSpPr>
        <p:spPr>
          <a:xfrm>
            <a:off x="813826" y="4676167"/>
            <a:ext cx="386715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E432C-288A-2CAC-90C0-0EC6692B0880}"/>
              </a:ext>
            </a:extLst>
          </p:cNvPr>
          <p:cNvSpPr txBox="1"/>
          <p:nvPr/>
        </p:nvSpPr>
        <p:spPr>
          <a:xfrm>
            <a:off x="4366651" y="1617502"/>
            <a:ext cx="487259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55E38-32AA-9217-506B-2C703A3E28E3}"/>
              </a:ext>
            </a:extLst>
          </p:cNvPr>
          <p:cNvSpPr txBox="1"/>
          <p:nvPr/>
        </p:nvSpPr>
        <p:spPr>
          <a:xfrm>
            <a:off x="1823476" y="2156111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RAG-Architectures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616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C939-9714-3429-9980-6732A21A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5789D-D330-8F6D-AE46-66809080F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8FAAE74-6C6B-9245-BEA1-7F52DF1B4A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02052-A2F4-9839-D58F-E585521FDDD2}"/>
              </a:ext>
            </a:extLst>
          </p:cNvPr>
          <p:cNvSpPr txBox="1"/>
          <p:nvPr/>
        </p:nvSpPr>
        <p:spPr>
          <a:xfrm>
            <a:off x="608284" y="1353850"/>
            <a:ext cx="11021741" cy="487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형태의 원본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(TXT, PDF,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웹페이지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시스템이 이해할 수 있는 공통 규격인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변환하는 단계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거대한 문서를 작은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쪼깨는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한 번에 읽을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초과하거나 불필요한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낭비하게 만들기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쪼갠 글자 조각들을 컴퓨터가 연산할 수 있는 방향성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(Numeric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변환하면 이 숫자들이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가지게 되어 유사도 검색이 가능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글자 조각들을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수자로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글자 조각들과 그에 대응하는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나중에 언제든 꺼내 쓸 수 있도록 벡터 저장소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인덱싱하여 안전하게 보관하는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클라우드에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테이블을 만들고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(...)</a:t>
            </a:r>
          </a:p>
        </p:txBody>
      </p:sp>
    </p:spTree>
    <p:extLst>
      <p:ext uri="{BB962C8B-B14F-4D97-AF65-F5344CB8AC3E}">
        <p14:creationId xmlns:p14="http://schemas.microsoft.com/office/powerpoint/2010/main" val="2273456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842C-9CAC-38E6-8FD9-D5DA947D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EE8165-43B8-DA8C-46DF-D26611C00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43947F-3B13-B412-B1A4-2AFBF67B6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index_diagram">
            <a:extLst>
              <a:ext uri="{FF2B5EF4-FFF2-40B4-BE49-F238E27FC236}">
                <a16:creationId xmlns:a16="http://schemas.microsoft.com/office/drawing/2014/main" id="{5AC6592C-BD82-0D32-9BB4-24792A5FD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982281"/>
            <a:ext cx="8055521" cy="4050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B795B2-462B-1D70-F75C-F6A7974637BE}"/>
              </a:ext>
            </a:extLst>
          </p:cNvPr>
          <p:cNvSpPr txBox="1"/>
          <p:nvPr/>
        </p:nvSpPr>
        <p:spPr>
          <a:xfrm>
            <a:off x="1219923" y="566378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0087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8721-1D54-F2C3-9D0C-19D25E4D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AC6D21-B116-9645-BE62-CC7287969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CCF26C-27E2-34A5-0A8D-96C10E06D9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16C9C-E112-9017-C824-57FDABBD88D1}"/>
              </a:ext>
            </a:extLst>
          </p:cNvPr>
          <p:cNvSpPr txBox="1"/>
          <p:nvPr/>
        </p:nvSpPr>
        <p:spPr>
          <a:xfrm>
            <a:off x="608284" y="1353850"/>
            <a:ext cx="11021741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서비스에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뭔가요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숫자로 바꾼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Vector DB(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저장된 수많은 문서 조각 중 가장 유사도가 높은 핵심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파란색으로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하이라이트된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칸들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돋보기로 빠르게 찾아냄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(Question)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끄집어낸 참고 문서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위아래 화살표를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하나의 주머니로 합쳐지는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무작정 답을 달라고 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참고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솔직하게 답해줘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형태의 완성된 지시서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조립하는 단계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조립된 프롬프트가 대형 언어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/Llama3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자신이 아는 지식으로 소설을 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환각 현상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주어지는 참고 문서를 기반으로 정확하고 정제된 최종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(Answer)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작성하여 사용자에게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</a:p>
        </p:txBody>
      </p:sp>
    </p:spTree>
    <p:extLst>
      <p:ext uri="{BB962C8B-B14F-4D97-AF65-F5344CB8AC3E}">
        <p14:creationId xmlns:p14="http://schemas.microsoft.com/office/powerpoint/2010/main" val="3020969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74E4-5B38-625B-D78F-F70F559CD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A55706-A236-05A0-0081-1EBD57FAC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2F9FC71-E2BD-5A5C-7CCF-D928284288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검색 증강 생성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Retrieval-Augmented Generation)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8" name="Picture 4" descr="retrieval_diagram">
            <a:extLst>
              <a:ext uri="{FF2B5EF4-FFF2-40B4-BE49-F238E27FC236}">
                <a16:creationId xmlns:a16="http://schemas.microsoft.com/office/drawing/2014/main" id="{A9CB697F-86C4-E9CB-25B3-0303A1737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49" y="2325181"/>
            <a:ext cx="8055521" cy="41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AC66DF-E377-DCF9-5FCC-231B680E30FA}"/>
              </a:ext>
            </a:extLst>
          </p:cNvPr>
          <p:cNvSpPr txBox="1"/>
          <p:nvPr/>
        </p:nvSpPr>
        <p:spPr>
          <a:xfrm>
            <a:off x="638175" y="1333411"/>
            <a:ext cx="10858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0849080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13110</TotalTime>
  <Words>1867</Words>
  <Application>Microsoft Office PowerPoint</Application>
  <PresentationFormat>와이드스크린</PresentationFormat>
  <Paragraphs>170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D2Coding</vt:lpstr>
      <vt:lpstr>맑은 고딕</vt:lpstr>
      <vt:lpstr>바탕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185</cp:revision>
  <dcterms:created xsi:type="dcterms:W3CDTF">2026-04-06T01:00:39Z</dcterms:created>
  <dcterms:modified xsi:type="dcterms:W3CDTF">2026-07-19T00:23:12Z</dcterms:modified>
  <cp:version/>
</cp:coreProperties>
</file>