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1136" r:id="rId3"/>
    <p:sldId id="1138" r:id="rId4"/>
    <p:sldId id="1139" r:id="rId5"/>
    <p:sldId id="1155" r:id="rId6"/>
    <p:sldId id="1156" r:id="rId7"/>
    <p:sldId id="1157" r:id="rId8"/>
    <p:sldId id="1140" r:id="rId9"/>
    <p:sldId id="1141" r:id="rId10"/>
    <p:sldId id="1142" r:id="rId11"/>
    <p:sldId id="1143" r:id="rId12"/>
    <p:sldId id="1145" r:id="rId13"/>
    <p:sldId id="1144" r:id="rId14"/>
    <p:sldId id="1146" r:id="rId15"/>
    <p:sldId id="1147" r:id="rId16"/>
    <p:sldId id="1148" r:id="rId17"/>
    <p:sldId id="1149" r:id="rId18"/>
    <p:sldId id="1154" r:id="rId19"/>
    <p:sldId id="1153" r:id="rId20"/>
    <p:sldId id="1150" r:id="rId21"/>
    <p:sldId id="1151" r:id="rId22"/>
    <p:sldId id="1152" r:id="rId2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55"/>
            <p14:sldId id="1156"/>
            <p14:sldId id="1157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-412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hyperlink" Target="https://word2vec.kr/search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기술적 고민이나 복잡한 아키텍처가 전혀 필요 없지만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6053F-17E6-5888-C6C8-A9B5AB35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1362593" y="1248422"/>
            <a:ext cx="847673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핵심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2877741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제공하고,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89B22B-019E-7422-E8C9-75BC944DC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1" y="1391684"/>
            <a:ext cx="10353763" cy="4827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88F654-70B8-53E9-E70C-25E48F1FA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26" y="2070967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55AF8-F813-9A43-1AD6-BEE7E8FA8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7419975" y="654811"/>
            <a:ext cx="42005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CA0C24-0676-F1F8-0245-1D3828D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82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21970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048125" y="3429000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8C690B-1A36-FBAB-0ABF-B1BA5339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구성하여 자원의 손실부작용과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9C8D74-9333-A0DA-A789-DD724ABC1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9326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1, 0,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0,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514974" y="3010363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548312" y="3742360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259096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>
            <a:off x="5857875" y="4982968"/>
            <a:ext cx="2776538" cy="2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36710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849D0-C491-D099-4000-839C3D78D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4" y="3019425"/>
            <a:ext cx="2861914" cy="250147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055501" y="5752268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8694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5524500" y="568929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6953250" y="2217610"/>
            <a:ext cx="2295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5B0EE9-A47D-0478-066B-BC245DBA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F0D95A-8383-F535-0C6D-6B10395D5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66875" y="4980581"/>
            <a:ext cx="37623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컨텍스트 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EA98C2-42FF-2089-82F5-0A9271C14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50590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242679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900995-5D88-1C91-B630-DB3EE9C0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5" y="2113577"/>
            <a:ext cx="9858375" cy="32624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8DEC33-1D4B-3FB2-FC36-771DC8DE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476" y="2780252"/>
            <a:ext cx="9220200" cy="340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4932E-8CA0-46DB-8C74-9E6720A8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813826" y="4676167"/>
            <a:ext cx="38671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4366651" y="1617502"/>
            <a:ext cx="487259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1823476" y="2156111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789D-D330-8F6D-AE46-66809080F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낭비하게 만들기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EE8165-43B8-DA8C-46DF-D26611C0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1"/>
            <a:ext cx="8055521" cy="405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1219923" y="566378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AC6D21-B116-9645-BE62-CC7287969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A55706-A236-05A0-0081-1EBD57FA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49" y="2325181"/>
            <a:ext cx="8055521" cy="41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333411"/>
            <a:ext cx="1085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13116</TotalTime>
  <Words>1885</Words>
  <Application>Microsoft Office PowerPoint</Application>
  <PresentationFormat>와이드스크린</PresentationFormat>
  <Paragraphs>178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186</cp:revision>
  <dcterms:created xsi:type="dcterms:W3CDTF">2026-04-06T01:00:39Z</dcterms:created>
  <dcterms:modified xsi:type="dcterms:W3CDTF">2026-07-30T12:34:46Z</dcterms:modified>
  <cp:version/>
</cp:coreProperties>
</file>